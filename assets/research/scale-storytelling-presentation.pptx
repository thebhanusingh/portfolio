
<file path=[Content_Types].xml><?xml version="1.0" encoding="utf-8"?>
<Types xmlns="http://schemas.openxmlformats.org/package/2006/content-types">
  <Default Extension="heic" ContentType="image/heic"/>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335" r:id="rId5"/>
    <p:sldId id="348" r:id="rId6"/>
    <p:sldId id="336" r:id="rId7"/>
    <p:sldId id="338" r:id="rId8"/>
    <p:sldId id="337" r:id="rId9"/>
    <p:sldId id="339" r:id="rId10"/>
    <p:sldId id="350" r:id="rId11"/>
    <p:sldId id="351" r:id="rId12"/>
    <p:sldId id="341" r:id="rId13"/>
    <p:sldId id="349" r:id="rId14"/>
    <p:sldId id="343" r:id="rId15"/>
    <p:sldId id="344" r:id="rId16"/>
    <p:sldId id="345" r:id="rId17"/>
    <p:sldId id="346" r:id="rId18"/>
    <p:sldId id="352" r:id="rId19"/>
    <p:sldId id="34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6504" userDrawn="1">
          <p15:clr>
            <a:srgbClr val="A4A3A4"/>
          </p15:clr>
        </p15:guide>
        <p15:guide id="3" orient="horz" pos="3696" userDrawn="1">
          <p15:clr>
            <a:srgbClr val="A4A3A4"/>
          </p15:clr>
        </p15:guide>
        <p15:guide id="4" orient="horz" pos="19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4054"/>
    <a:srgbClr val="468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5394" autoAdjust="0"/>
  </p:normalViewPr>
  <p:slideViewPr>
    <p:cSldViewPr snapToGrid="0">
      <p:cViewPr varScale="1">
        <p:scale>
          <a:sx n="127" d="100"/>
          <a:sy n="127" d="100"/>
        </p:scale>
        <p:origin x="110" y="206"/>
      </p:cViewPr>
      <p:guideLst>
        <p:guide pos="6504"/>
        <p:guide orient="horz" pos="3696"/>
        <p:guide orient="horz" pos="1968"/>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F57E18-AE3F-2847-188C-708C0769F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BD88CAC-4FD1-FB92-1D26-05807EA810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B96D7-F201-492C-AA50-574A730BC27F}" type="datetimeFigureOut">
              <a:rPr lang="en-US" smtClean="0"/>
              <a:t>5/21/2025</a:t>
            </a:fld>
            <a:endParaRPr lang="en-US" dirty="0"/>
          </a:p>
        </p:txBody>
      </p:sp>
      <p:sp>
        <p:nvSpPr>
          <p:cNvPr id="4" name="Footer Placeholder 3">
            <a:extLst>
              <a:ext uri="{FF2B5EF4-FFF2-40B4-BE49-F238E27FC236}">
                <a16:creationId xmlns:a16="http://schemas.microsoft.com/office/drawing/2014/main" id="{88A72C0D-360E-C973-5588-52DC04A86A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9340B36-8225-0BC2-989D-2156A5B162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563E-BCB2-465B-8A3C-AC86CE64F69C}" type="slidenum">
              <a:rPr lang="en-US" smtClean="0"/>
              <a:t>‹#›</a:t>
            </a:fld>
            <a:endParaRPr lang="en-US" dirty="0"/>
          </a:p>
        </p:txBody>
      </p:sp>
    </p:spTree>
    <p:extLst>
      <p:ext uri="{BB962C8B-B14F-4D97-AF65-F5344CB8AC3E}">
        <p14:creationId xmlns:p14="http://schemas.microsoft.com/office/powerpoint/2010/main" val="3687710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16CA8-7DCC-4F2C-A1EF-C632B9D3E96D}" type="datetimeFigureOut">
              <a:rPr lang="en-US" smtClean="0"/>
              <a:t>5/21/2025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990660-4B7D-4C11-96DB-B19FFA8CA93C}" type="slidenum">
              <a:rPr lang="en-US" smtClean="0"/>
              <a:t>‹#›</a:t>
            </a:fld>
            <a:endParaRPr lang="en-US" dirty="0"/>
          </a:p>
        </p:txBody>
      </p:sp>
    </p:spTree>
    <p:extLst>
      <p:ext uri="{BB962C8B-B14F-4D97-AF65-F5344CB8AC3E}">
        <p14:creationId xmlns:p14="http://schemas.microsoft.com/office/powerpoint/2010/main" val="3767361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defRPr sz="4000" b="1" baseline="0"/>
            </a:lvl1pPr>
          </a:lstStyle>
          <a:p>
            <a:r>
              <a:rPr lang="en-US" dirty="0"/>
              <a:t>CLICK TO add TITLE</a:t>
            </a:r>
          </a:p>
        </p:txBody>
      </p:sp>
      <p:pic>
        <p:nvPicPr>
          <p:cNvPr id="4" name="Graphic 3">
            <a:extLst>
              <a:ext uri="{FF2B5EF4-FFF2-40B4-BE49-F238E27FC236}">
                <a16:creationId xmlns:a16="http://schemas.microsoft.com/office/drawing/2014/main" id="{E46E52ED-0545-03BB-5AB6-4552E92B99F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617"/>
          <a:stretch/>
        </p:blipFill>
        <p:spPr>
          <a:xfrm>
            <a:off x="0" y="0"/>
            <a:ext cx="6153048" cy="6858000"/>
          </a:xfrm>
          <a:prstGeom prst="rect">
            <a:avLst/>
          </a:prstGeom>
        </p:spPr>
      </p:pic>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defRPr sz="28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panose="020B0604020202020204" pitchFamily="34" charset="0"/>
              <a:buChar char="•"/>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pic>
        <p:nvPicPr>
          <p:cNvPr id="9" name="Graphic 8">
            <a:extLst>
              <a:ext uri="{FF2B5EF4-FFF2-40B4-BE49-F238E27FC236}">
                <a16:creationId xmlns:a16="http://schemas.microsoft.com/office/drawing/2014/main" id="{900D319D-67F8-5830-99A3-7EB562C28B3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86" r="26226" b="3861"/>
          <a:stretch/>
        </p:blipFill>
        <p:spPr>
          <a:xfrm>
            <a:off x="9415463" y="264696"/>
            <a:ext cx="2776538" cy="6593304"/>
          </a:xfrm>
          <a:prstGeom prst="rect">
            <a:avLst/>
          </a:prstGeom>
        </p:spPr>
      </p:pic>
    </p:spTree>
    <p:extLst>
      <p:ext uri="{BB962C8B-B14F-4D97-AF65-F5344CB8AC3E}">
        <p14:creationId xmlns:p14="http://schemas.microsoft.com/office/powerpoint/2010/main" val="316123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7625969" y="-9144"/>
            <a:ext cx="4581525" cy="6602413"/>
          </a:xfrm>
        </p:spPr>
        <p:txBody>
          <a:bodyPr>
            <a:normAutofit/>
          </a:bodyPr>
          <a:lstStyle>
            <a:lvl1pPr marL="0" indent="0" algn="ctr">
              <a:buNone/>
              <a:defRPr sz="2000"/>
            </a:lvl1pPr>
          </a:lstStyle>
          <a:p>
            <a:r>
              <a:rPr lang="en-US"/>
              <a:t>Click icon to add picture</a:t>
            </a:r>
            <a:endParaRPr lang="en-US" dirty="0"/>
          </a:p>
        </p:txBody>
      </p:sp>
      <p:sp>
        <p:nvSpPr>
          <p:cNvPr id="11" name="Rectangle 10">
            <a:extLst>
              <a:ext uri="{FF2B5EF4-FFF2-40B4-BE49-F238E27FC236}">
                <a16:creationId xmlns:a16="http://schemas.microsoft.com/office/drawing/2014/main" id="{DEF559BF-05B9-49D7-5976-7CD930A65A18}"/>
              </a:ext>
              <a:ext uri="{C183D7F6-B498-43B3-948B-1728B52AA6E4}">
                <adec:decorative xmlns:adec="http://schemas.microsoft.com/office/drawing/2017/decorative" val="1"/>
              </a:ext>
            </a:extLst>
          </p:cNvPr>
          <p:cNvSpPr/>
          <p:nvPr userDrawn="1"/>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9443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defRPr sz="4000" baseline="0"/>
            </a:lvl1pPr>
          </a:lstStyle>
          <a:p>
            <a:r>
              <a:rPr lang="en-US" dirty="0"/>
              <a:t>Click to add title</a:t>
            </a:r>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15240" y="-15240"/>
            <a:ext cx="4581525" cy="6602413"/>
          </a:xfrm>
        </p:spPr>
        <p:txBody>
          <a:bodyPr>
            <a:normAutofit/>
          </a:bodyPr>
          <a:lstStyle>
            <a:lvl1pPr marL="0" indent="0" algn="ctr">
              <a:buNone/>
              <a:defRPr sz="20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DE537B4-8186-9628-C273-28B8EA981466}"/>
              </a:ext>
              <a:ext uri="{C183D7F6-B498-43B3-948B-1728B52AA6E4}">
                <adec:decorative xmlns:adec="http://schemas.microsoft.com/office/drawing/2017/decorative" val="1"/>
              </a:ext>
            </a:extLst>
          </p:cNvPr>
          <p:cNvSpPr/>
          <p:nvPr userDrawn="1"/>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270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defRPr sz="4000"/>
            </a:lvl1pPr>
          </a:lstStyle>
          <a:p>
            <a:r>
              <a:rPr lang="en-US" dirty="0"/>
              <a:t>CLICK TO add TITLE</a:t>
            </a:r>
          </a:p>
        </p:txBody>
      </p:sp>
      <p:sp>
        <p:nvSpPr>
          <p:cNvPr id="675" name="Text Placeholder 7">
            <a:extLst>
              <a:ext uri="{FF2B5EF4-FFF2-40B4-BE49-F238E27FC236}">
                <a16:creationId xmlns:a16="http://schemas.microsoft.com/office/drawing/2014/main" id="{2E8766DA-C6C6-45DD-A32E-F7A76297B36B}"/>
              </a:ext>
            </a:extLst>
          </p:cNvPr>
          <p:cNvSpPr>
            <a:spLocks noGrp="1"/>
          </p:cNvSpPr>
          <p:nvPr>
            <p:ph type="body" sz="quarter"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r>
              <a:rPr lang="en-US" dirty="0"/>
              <a:t>Click to add text</a:t>
            </a:r>
          </a:p>
        </p:txBody>
      </p:sp>
      <p:pic>
        <p:nvPicPr>
          <p:cNvPr id="7" name="Graphic 6">
            <a:extLst>
              <a:ext uri="{FF2B5EF4-FFF2-40B4-BE49-F238E27FC236}">
                <a16:creationId xmlns:a16="http://schemas.microsoft.com/office/drawing/2014/main" id="{CD18796B-7A45-F026-1306-A9ADE06D8864}"/>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706"/>
          <a:stretch/>
        </p:blipFill>
        <p:spPr>
          <a:xfrm>
            <a:off x="0" y="0"/>
            <a:ext cx="4661067" cy="6858000"/>
          </a:xfrm>
          <a:prstGeom prst="rect">
            <a:avLst/>
          </a:prstGeom>
        </p:spPr>
      </p:pic>
    </p:spTree>
    <p:extLst>
      <p:ext uri="{BB962C8B-B14F-4D97-AF65-F5344CB8AC3E}">
        <p14:creationId xmlns:p14="http://schemas.microsoft.com/office/powerpoint/2010/main" val="331876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228600">
              <a:lnSpc>
                <a:spcPct val="100000"/>
              </a:lnSpc>
              <a:spcBef>
                <a:spcPts val="0"/>
              </a:spcBef>
              <a:spcAft>
                <a:spcPts val="1200"/>
              </a:spcAft>
              <a:defRPr sz="2000"/>
            </a:lvl4pPr>
            <a:lvl5pPr marL="1143000">
              <a:lnSpc>
                <a:spcPct val="100000"/>
              </a:lnSpc>
              <a:spcBef>
                <a:spcPts val="0"/>
              </a:spcBef>
              <a:spcAft>
                <a:spcPts val="1200"/>
              </a:spcAft>
              <a:defRPr sz="2000"/>
            </a:lvl5pPr>
            <a:lvl6pPr marL="1600200">
              <a:defRPr/>
            </a:lvl6pPr>
          </a:lstStyle>
          <a:p>
            <a:pPr lvl="0"/>
            <a:r>
              <a:rPr lang="en-US" dirty="0"/>
              <a:t>Click to add content</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4401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defRPr sz="2000"/>
            </a:lvl2pPr>
            <a:lvl3pPr marL="685800">
              <a:lnSpc>
                <a:spcPct val="100000"/>
              </a:lnSpc>
              <a:spcBef>
                <a:spcPts val="0"/>
              </a:spcBef>
              <a:spcAft>
                <a:spcPts val="1200"/>
              </a:spcAft>
              <a:defRPr sz="2000"/>
            </a:lvl3pPr>
            <a:lvl4pPr marL="1143000">
              <a:lnSpc>
                <a:spcPct val="100000"/>
              </a:lnSpc>
              <a:spcBef>
                <a:spcPts val="0"/>
              </a:spcBef>
              <a:spcAft>
                <a:spcPts val="1200"/>
              </a:spcAft>
              <a:defRPr sz="2000"/>
            </a:lvl4pPr>
            <a:lvl5pPr marL="1600200">
              <a:lnSpc>
                <a:spcPct val="100000"/>
              </a:lnSpc>
              <a:spcBef>
                <a:spcPts val="0"/>
              </a:spcBef>
              <a:spcAft>
                <a:spcPts val="12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094885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C5815B7-4DEA-0E4D-6E8B-EDAD6559AF21}"/>
              </a:ext>
              <a:ext uri="{C183D7F6-B498-43B3-948B-1728B52AA6E4}">
                <adec:decorative xmlns:adec="http://schemas.microsoft.com/office/drawing/2017/decorative" val="1"/>
              </a:ext>
            </a:extLst>
          </p:cNvPr>
          <p:cNvSpPr/>
          <p:nvPr userDrawn="1"/>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D1046054-0FA9-558E-22C0-007C8D3DAFD0}"/>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1367" t="32063" r="19367" b="20417"/>
          <a:stretch/>
        </p:blipFill>
        <p:spPr>
          <a:xfrm>
            <a:off x="4977245" y="0"/>
            <a:ext cx="7214755" cy="143907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
        <p:nvSpPr>
          <p:cNvPr id="10" name="Picture Placeholder 9">
            <a:extLst>
              <a:ext uri="{FF2B5EF4-FFF2-40B4-BE49-F238E27FC236}">
                <a16:creationId xmlns:a16="http://schemas.microsoft.com/office/drawing/2014/main" id="{843EFB24-F4C6-4987-E8E2-3842A2B63630}"/>
              </a:ext>
            </a:extLst>
          </p:cNvPr>
          <p:cNvSpPr>
            <a:spLocks noGrp="1"/>
          </p:cNvSpPr>
          <p:nvPr>
            <p:ph type="pic" sz="quarter" idx="10"/>
          </p:nvPr>
        </p:nvSpPr>
        <p:spPr>
          <a:xfrm>
            <a:off x="2179320" y="4094802"/>
            <a:ext cx="10027919" cy="2468880"/>
          </a:xfrm>
        </p:spPr>
        <p:txBody>
          <a:bodyPr>
            <a:norm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2832641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defRPr sz="2800" baseline="0"/>
            </a:lvl1pPr>
          </a:lstStyle>
          <a:p>
            <a:r>
              <a:rPr lang="en-US" dirty="0"/>
              <a:t>Click to add title</a:t>
            </a:r>
          </a:p>
        </p:txBody>
      </p:sp>
      <p:sp>
        <p:nvSpPr>
          <p:cNvPr id="6" name="Text Placeholder 5">
            <a:extLst>
              <a:ext uri="{FF2B5EF4-FFF2-40B4-BE49-F238E27FC236}">
                <a16:creationId xmlns:a16="http://schemas.microsoft.com/office/drawing/2014/main" id="{4482B228-AAF1-5EA9-ED96-1A99DB6FB33A}"/>
              </a:ext>
            </a:extLst>
          </p:cNvPr>
          <p:cNvSpPr>
            <a:spLocks noGrp="1"/>
          </p:cNvSpPr>
          <p:nvPr>
            <p:ph type="body" sz="quarter"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11" name="Content Placeholder 10">
            <a:extLst>
              <a:ext uri="{FF2B5EF4-FFF2-40B4-BE49-F238E27FC236}">
                <a16:creationId xmlns:a16="http://schemas.microsoft.com/office/drawing/2014/main" id="{0821CE3F-B178-0F88-575A-C8CB5D40EB0F}"/>
              </a:ext>
            </a:extLst>
          </p:cNvPr>
          <p:cNvSpPr>
            <a:spLocks noGrp="1"/>
          </p:cNvSpPr>
          <p:nvPr>
            <p:ph sz="quarter" idx="13" hasCustomPrompt="1"/>
          </p:nvPr>
        </p:nvSpPr>
        <p:spPr>
          <a:xfrm>
            <a:off x="4525963" y="2026603"/>
            <a:ext cx="6766877" cy="3902075"/>
          </a:xfrm>
        </p:spPr>
        <p:txBody>
          <a:bodyPr/>
          <a:lstStyle>
            <a:lvl1pPr>
              <a:spcBef>
                <a:spcPts val="0"/>
              </a:spcBef>
              <a:spcAft>
                <a:spcPts val="1200"/>
              </a:spcAft>
              <a:defRPr/>
            </a:lvl1pPr>
            <a:lvl2pPr>
              <a:spcBef>
                <a:spcPts val="0"/>
              </a:spcBef>
              <a:spcAft>
                <a:spcPts val="600"/>
              </a:spcAft>
              <a:defRPr/>
            </a:lvl2pPr>
            <a:lvl3pPr>
              <a:spcBef>
                <a:spcPts val="0"/>
              </a:spcBef>
              <a:spcAft>
                <a:spcPts val="600"/>
              </a:spcAft>
              <a:defRPr/>
            </a:lvl3pPr>
            <a:lvl4pPr>
              <a:spcBef>
                <a:spcPts val="0"/>
              </a:spcBef>
              <a:spcAft>
                <a:spcPts val="600"/>
              </a:spcAft>
              <a:defRPr sz="2000"/>
            </a:lvl4pPr>
            <a:lvl5pPr>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C56AE9A4-A246-1D03-CC3B-E4043EAF1CEF}"/>
              </a:ext>
            </a:extLst>
          </p:cNvPr>
          <p:cNvSpPr>
            <a:spLocks noGrp="1"/>
          </p:cNvSpPr>
          <p:nvPr>
            <p:ph type="sldNum" sz="quarter" idx="12"/>
          </p:nvPr>
        </p:nvSpPr>
        <p:spPr>
          <a:xfrm>
            <a:off x="911352" y="6246622"/>
            <a:ext cx="1188720" cy="365125"/>
          </a:xfrm>
        </p:spPr>
        <p:txBody>
          <a:bodyPr/>
          <a:lstStyle>
            <a:lvl1pPr>
              <a:defRPr sz="1400">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42307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1">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D06404F0-C6D6-98DF-5397-EF0F68B0140E}"/>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256" t="-150" r="58720" b="30269"/>
          <a:stretch/>
        </p:blipFill>
        <p:spPr>
          <a:xfrm>
            <a:off x="8972551" y="5081287"/>
            <a:ext cx="3219450" cy="1776714"/>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panose="020B0604020202020204" pitchFamily="34" charset="0"/>
              <a:buChar char="•"/>
              <a:defRPr sz="2000"/>
            </a:lvl1pPr>
            <a:lvl2pPr marL="685800" indent="-228600">
              <a:lnSpc>
                <a:spcPct val="100000"/>
              </a:lnSpc>
              <a:spcBef>
                <a:spcPts val="0"/>
              </a:spcBef>
              <a:spcAft>
                <a:spcPts val="600"/>
              </a:spcAft>
              <a:defRPr sz="2000"/>
            </a:lvl2pPr>
            <a:lvl3pPr marL="1143000" indent="-228600">
              <a:lnSpc>
                <a:spcPct val="100000"/>
              </a:lnSpc>
              <a:spcBef>
                <a:spcPts val="0"/>
              </a:spcBef>
              <a:spcAft>
                <a:spcPts val="600"/>
              </a:spcAft>
              <a:defRPr sz="2000"/>
            </a:lvl3pPr>
            <a:lvl4pPr marL="1600200" indent="-228600">
              <a:lnSpc>
                <a:spcPct val="100000"/>
              </a:lnSpc>
              <a:spcBef>
                <a:spcPts val="0"/>
              </a:spcBef>
              <a:spcAft>
                <a:spcPts val="600"/>
              </a:spcAft>
              <a:defRPr sz="2000"/>
            </a:lvl4pPr>
            <a:lvl5pPr marL="2057400" indent="-228600">
              <a:lnSpc>
                <a:spcPct val="100000"/>
              </a:lnSpc>
              <a:spcBef>
                <a:spcPts val="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934FA256-5ADA-A5BF-D116-1CFAA7EF867D}"/>
              </a:ext>
            </a:extLst>
          </p:cNvPr>
          <p:cNvSpPr>
            <a:spLocks noGrp="1"/>
          </p:cNvSpPr>
          <p:nvPr>
            <p:ph sz="quarter"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219634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defRPr sz="2800" baseline="0"/>
            </a:lvl1pPr>
          </a:lstStyle>
          <a:p>
            <a:r>
              <a:rPr lang="en-US" dirty="0"/>
              <a:t>CLICK TO add TITLE</a:t>
            </a:r>
          </a:p>
        </p:txBody>
      </p:sp>
      <p:sp>
        <p:nvSpPr>
          <p:cNvPr id="11" name="Content Placeholder 9">
            <a:extLst>
              <a:ext uri="{FF2B5EF4-FFF2-40B4-BE49-F238E27FC236}">
                <a16:creationId xmlns:a16="http://schemas.microsoft.com/office/drawing/2014/main" id="{13B79C6E-CF07-9F13-4C7C-A28E3488E3D0}"/>
              </a:ext>
            </a:extLst>
          </p:cNvPr>
          <p:cNvSpPr>
            <a:spLocks noGrp="1"/>
          </p:cNvSpPr>
          <p:nvPr>
            <p:ph sz="quarter"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500"/>
              </a:spcBef>
              <a:spcAft>
                <a:spcPts val="600"/>
              </a:spcAft>
              <a:defRPr sz="2000"/>
            </a:lvl2pPr>
            <a:lvl3pPr marL="1143000" indent="-228600">
              <a:lnSpc>
                <a:spcPct val="100000"/>
              </a:lnSpc>
              <a:spcBef>
                <a:spcPts val="500"/>
              </a:spcBef>
              <a:spcAft>
                <a:spcPts val="600"/>
              </a:spcAft>
              <a:defRPr sz="2000"/>
            </a:lvl3pPr>
            <a:lvl4pPr marL="1600200" indent="-228600">
              <a:lnSpc>
                <a:spcPct val="100000"/>
              </a:lnSpc>
              <a:spcBef>
                <a:spcPts val="500"/>
              </a:spcBef>
              <a:spcAft>
                <a:spcPts val="600"/>
              </a:spcAft>
              <a:defRPr sz="2000"/>
            </a:lvl4pPr>
            <a:lvl5pPr marL="2057400" indent="-228600">
              <a:lnSpc>
                <a:spcPct val="100000"/>
              </a:lnSpc>
              <a:spcBef>
                <a:spcPts val="500"/>
              </a:spcBef>
              <a:spcAft>
                <a:spcPts val="600"/>
              </a:spcAft>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a:xfrm>
            <a:off x="911352" y="6246622"/>
            <a:ext cx="2670048" cy="365125"/>
          </a:xfrm>
        </p:spPr>
        <p:txBody>
          <a:bodyPr/>
          <a:lstStyle>
            <a:lvl1pPr>
              <a:defRPr sz="1400">
                <a:latin typeface="+mj-lt"/>
              </a:defRPr>
            </a:lvl1pPr>
          </a:lstStyle>
          <a:p>
            <a:fld id="{B5CEABB6-07DC-46E8-9B57-56EC44A396E5}" type="slidenum">
              <a:rPr lang="en-US" smtClean="0"/>
              <a:pPr/>
              <a:t>‹#›</a:t>
            </a:fld>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3806194" y="6246622"/>
            <a:ext cx="2743200" cy="365125"/>
          </a:xfrm>
        </p:spPr>
        <p:txBody>
          <a:bodyPr/>
          <a:lstStyle>
            <a:lvl1pPr algn="r">
              <a:defRPr/>
            </a:lvl1pPr>
          </a:lstStyle>
          <a:p>
            <a:r>
              <a:rPr lang="en-US" dirty="0"/>
              <a:t>Presentation Title</a:t>
            </a:r>
          </a:p>
        </p:txBody>
      </p:sp>
    </p:spTree>
    <p:extLst>
      <p:ext uri="{BB962C8B-B14F-4D97-AF65-F5344CB8AC3E}">
        <p14:creationId xmlns:p14="http://schemas.microsoft.com/office/powerpoint/2010/main" val="367682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5F4A3D2-0CBC-CF43-C14A-141B19AE6711}"/>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433" t="-5525" r="24023" b="11733"/>
          <a:stretch/>
        </p:blipFill>
        <p:spPr>
          <a:xfrm>
            <a:off x="4478101" y="0"/>
            <a:ext cx="7713899"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defRPr sz="4000" baseline="0"/>
            </a:lvl1pPr>
          </a:lstStyle>
          <a:p>
            <a:r>
              <a:rPr lang="en-US" dirty="0"/>
              <a:t>Click to add title</a:t>
            </a:r>
          </a:p>
        </p:txBody>
      </p:sp>
      <p:sp>
        <p:nvSpPr>
          <p:cNvPr id="8" name="Text Placeholder 7">
            <a:extLst>
              <a:ext uri="{FF2B5EF4-FFF2-40B4-BE49-F238E27FC236}">
                <a16:creationId xmlns:a16="http://schemas.microsoft.com/office/drawing/2014/main" id="{1183D993-BA0D-4589-B631-1793D008E888}"/>
              </a:ext>
            </a:extLst>
          </p:cNvPr>
          <p:cNvSpPr>
            <a:spLocks noGrp="1"/>
          </p:cNvSpPr>
          <p:nvPr>
            <p:ph type="body" sz="quarter"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panose="020B0604020202020204" pitchFamily="34" charset="0"/>
              <a:buNone/>
              <a:defRPr sz="2000"/>
            </a:lvl1pPr>
            <a:lvl2pPr marL="800100" indent="-342900">
              <a:lnSpc>
                <a:spcPts val="2400"/>
              </a:lnSpc>
              <a:buFont typeface="Arial" panose="020B0604020202020204" pitchFamily="34" charset="0"/>
              <a:buChar char="•"/>
              <a:defRPr sz="2000"/>
            </a:lvl2pPr>
            <a:lvl3pPr marL="1257300" indent="-342900">
              <a:lnSpc>
                <a:spcPts val="2400"/>
              </a:lnSpc>
              <a:buFont typeface="Arial" panose="020B0604020202020204" pitchFamily="34" charset="0"/>
              <a:buChar char="•"/>
              <a:defRPr sz="2000"/>
            </a:lvl3pPr>
            <a:lvl4pPr marL="1714500" indent="-342900">
              <a:lnSpc>
                <a:spcPts val="2400"/>
              </a:lnSpc>
              <a:buFont typeface="Arial" panose="020B0604020202020204" pitchFamily="34" charset="0"/>
              <a:buChar char="•"/>
              <a:defRPr sz="2000"/>
            </a:lvl4pPr>
            <a:lvl5pPr marL="2171700" indent="-342900">
              <a:lnSpc>
                <a:spcPts val="2400"/>
              </a:lnSpc>
              <a:buFont typeface="Arial" panose="020B0604020202020204" pitchFamily="34" charset="0"/>
              <a:buChar char="•"/>
              <a:defRPr sz="2000"/>
            </a:lvl5pPr>
          </a:lstStyle>
          <a:p>
            <a:pPr lvl="0"/>
            <a:r>
              <a:rPr lang="en-US" dirty="0"/>
              <a:t>Click to add text</a:t>
            </a:r>
          </a:p>
          <a:p>
            <a:pPr lvl="1"/>
            <a:r>
              <a:rPr lang="en-US" dirty="0"/>
              <a:t>Second level</a:t>
            </a:r>
          </a:p>
          <a:p>
            <a:pPr lvl="2"/>
            <a:r>
              <a:rPr lang="en-US" dirty="0"/>
              <a:t>Third level </a:t>
            </a:r>
          </a:p>
          <a:p>
            <a:pPr lvl="3"/>
            <a:r>
              <a:rPr lang="en-US" dirty="0"/>
              <a:t>Fourth level </a:t>
            </a:r>
          </a:p>
          <a:p>
            <a:pPr lvl="4"/>
            <a:r>
              <a:rPr lang="en-US" dirty="0"/>
              <a:t>Fifth level </a:t>
            </a:r>
          </a:p>
          <a:p>
            <a:pPr lvl="0"/>
            <a:endParaRPr lang="en-US" dirty="0"/>
          </a:p>
        </p:txBody>
      </p:sp>
    </p:spTree>
    <p:extLst>
      <p:ext uri="{BB962C8B-B14F-4D97-AF65-F5344CB8AC3E}">
        <p14:creationId xmlns:p14="http://schemas.microsoft.com/office/powerpoint/2010/main" val="3828155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defRPr sz="4000"/>
            </a:lvl1pPr>
          </a:lstStyle>
          <a:p>
            <a:r>
              <a:rPr lang="en-US" dirty="0"/>
              <a:t>Click to add title</a:t>
            </a:r>
          </a:p>
        </p:txBody>
      </p:sp>
      <p:grpSp>
        <p:nvGrpSpPr>
          <p:cNvPr id="815" name="Group 814">
            <a:extLst>
              <a:ext uri="{FF2B5EF4-FFF2-40B4-BE49-F238E27FC236}">
                <a16:creationId xmlns:a16="http://schemas.microsoft.com/office/drawing/2014/main" id="{98F70650-8E48-1844-382B-91FBA9C8DD1F}"/>
              </a:ext>
              <a:ext uri="{C183D7F6-B498-43B3-948B-1728B52AA6E4}">
                <adec:decorative xmlns:adec="http://schemas.microsoft.com/office/drawing/2017/decorative" val="1"/>
              </a:ext>
            </a:extLst>
          </p:cNvPr>
          <p:cNvGrpSpPr/>
          <p:nvPr userDrawn="1"/>
        </p:nvGrpSpPr>
        <p:grpSpPr>
          <a:xfrm>
            <a:off x="5716" y="-50037"/>
            <a:ext cx="12186031" cy="3025624"/>
            <a:chOff x="5716" y="-50037"/>
            <a:chExt cx="12186031" cy="3025624"/>
          </a:xfrm>
        </p:grpSpPr>
        <p:sp>
          <p:nvSpPr>
            <p:cNvPr id="12" name="Freeform: Shape 11">
              <a:extLst>
                <a:ext uri="{FF2B5EF4-FFF2-40B4-BE49-F238E27FC236}">
                  <a16:creationId xmlns:a16="http://schemas.microsoft.com/office/drawing/2014/main" id="{696CB0C7-73C9-4B92-88CA-FE7D026ED481}"/>
                </a:ext>
              </a:extLst>
            </p:cNvPr>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00EB8F1C-0D8E-4E0F-BD64-E9093BCEC615}"/>
                </a:ext>
              </a:extLst>
            </p:cNvPr>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94D8640-E626-45FA-B2CF-0222166C2F42}"/>
                </a:ext>
              </a:extLst>
            </p:cNvPr>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5873C672-C0CC-4550-A694-CEB71DC6BEA7}"/>
                </a:ext>
              </a:extLst>
            </p:cNvPr>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rtlCol="0" anchor="ctr"/>
            <a:lstStyle/>
            <a:p>
              <a:endParaRPr lang="en-US" dirty="0"/>
            </a:p>
          </p:txBody>
        </p:sp>
        <p:sp>
          <p:nvSpPr>
            <p:cNvPr id="776" name="Freeform 775">
              <a:extLst>
                <a:ext uri="{FF2B5EF4-FFF2-40B4-BE49-F238E27FC236}">
                  <a16:creationId xmlns:a16="http://schemas.microsoft.com/office/drawing/2014/main" id="{8AE234EC-24BB-C203-13CC-0DE3E8682DFF}"/>
                </a:ext>
              </a:extLst>
            </p:cNvPr>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40" name="Freeform: Shape 39">
              <a:extLst>
                <a:ext uri="{FF2B5EF4-FFF2-40B4-BE49-F238E27FC236}">
                  <a16:creationId xmlns:a16="http://schemas.microsoft.com/office/drawing/2014/main" id="{F11A9D8D-D79C-4384-9337-0BC9CD9F4958}"/>
                </a:ext>
              </a:extLst>
            </p:cNvPr>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1D035A0E-C739-44A5-A218-106270665C55}"/>
                </a:ext>
              </a:extLst>
            </p:cNvPr>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cxn ang="0">
                  <a:pos x="connsiteX0" y="connsiteY0"/>
                </a:cxn>
                <a:cxn ang="0">
                  <a:pos x="connsiteX1" y="connsiteY1"/>
                </a:cxn>
                <a:cxn ang="0">
                  <a:pos x="connsiteX2" y="connsiteY2"/>
                </a:cxn>
                <a:cxn ang="0">
                  <a:pos x="connsiteX3" y="connsiteY3"/>
                </a:cxn>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8D5399D4-A249-41F9-A76B-A2B3871FD809}"/>
                </a:ext>
              </a:extLst>
            </p:cNvPr>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5709E6D-E0D2-4AC0-AAE0-11017863EA92}"/>
                </a:ext>
              </a:extLst>
            </p:cNvPr>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D36426AF-7BB3-46D5-B9F7-1F30C736A494}"/>
                </a:ext>
              </a:extLst>
            </p:cNvPr>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1F43FF8-7888-4C0A-9374-7A344D8D8242}"/>
                </a:ext>
              </a:extLst>
            </p:cNvPr>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AFE2214C-D2A6-4064-80B4-801301A77711}"/>
                </a:ext>
              </a:extLst>
            </p:cNvPr>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3792C80-3C4E-4A5E-B28A-A845906AD7BE}"/>
                </a:ext>
              </a:extLst>
            </p:cNvPr>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A128138C-11B0-43A7-A30B-05BF0531FB38}"/>
                </a:ext>
              </a:extLst>
            </p:cNvPr>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rtlCol="0" anchor="ctr"/>
            <a:lstStyle/>
            <a:p>
              <a:endParaRPr lang="en-US" dirty="0"/>
            </a:p>
          </p:txBody>
        </p:sp>
        <p:sp>
          <p:nvSpPr>
            <p:cNvPr id="789" name="Freeform 788">
              <a:extLst>
                <a:ext uri="{FF2B5EF4-FFF2-40B4-BE49-F238E27FC236}">
                  <a16:creationId xmlns:a16="http://schemas.microsoft.com/office/drawing/2014/main" id="{9CB742FD-E6D8-87A6-F66D-D5830EC0FE4B}"/>
                </a:ext>
              </a:extLst>
            </p:cNvPr>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cxn ang="0">
                  <a:pos x="connsiteX0" y="connsiteY0"/>
                </a:cxn>
                <a:cxn ang="0">
                  <a:pos x="connsiteX1" y="connsiteY1"/>
                </a:cxn>
                <a:cxn ang="0">
                  <a:pos x="connsiteX2" y="connsiteY2"/>
                </a:cxn>
                <a:cxn ang="0">
                  <a:pos x="connsiteX3" y="connsiteY3"/>
                </a:cxn>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785" name="Freeform 784">
              <a:extLst>
                <a:ext uri="{FF2B5EF4-FFF2-40B4-BE49-F238E27FC236}">
                  <a16:creationId xmlns:a16="http://schemas.microsoft.com/office/drawing/2014/main" id="{95880C50-423C-1BDB-74B3-19400311FDC0}"/>
                </a:ext>
              </a:extLst>
            </p:cNvPr>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cxn ang="0">
                  <a:pos x="connsiteX0" y="connsiteY0"/>
                </a:cxn>
                <a:cxn ang="0">
                  <a:pos x="connsiteX1" y="connsiteY1"/>
                </a:cxn>
                <a:cxn ang="0">
                  <a:pos x="connsiteX2" y="connsiteY2"/>
                </a:cxn>
                <a:cxn ang="0">
                  <a:pos x="connsiteX3" y="connsiteY3"/>
                </a:cxn>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780" name="Freeform 779">
              <a:extLst>
                <a:ext uri="{FF2B5EF4-FFF2-40B4-BE49-F238E27FC236}">
                  <a16:creationId xmlns:a16="http://schemas.microsoft.com/office/drawing/2014/main" id="{DA802240-291A-34FF-3135-1B01B1041638}"/>
                </a:ext>
              </a:extLst>
            </p:cNvPr>
            <p:cNvSpPr/>
            <p:nvPr userDrawn="1"/>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rtlCol="0" anchor="ctr">
              <a:noAutofit/>
            </a:bodyPr>
            <a:lstStyle/>
            <a:p>
              <a:endParaRPr lang="en-US" dirty="0"/>
            </a:p>
          </p:txBody>
        </p:sp>
        <p:sp>
          <p:nvSpPr>
            <p:cNvPr id="67" name="Freeform: Shape 66">
              <a:extLst>
                <a:ext uri="{FF2B5EF4-FFF2-40B4-BE49-F238E27FC236}">
                  <a16:creationId xmlns:a16="http://schemas.microsoft.com/office/drawing/2014/main" id="{52150121-89D0-4AC9-8F16-FA142C7D4304}"/>
                </a:ext>
              </a:extLst>
            </p:cNvPr>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rtlCol="0" anchor="ctr"/>
            <a:lstStyle/>
            <a:p>
              <a:endParaRPr lang="en-US" dirty="0"/>
            </a:p>
          </p:txBody>
        </p:sp>
        <p:sp>
          <p:nvSpPr>
            <p:cNvPr id="778" name="Freeform 777">
              <a:extLst>
                <a:ext uri="{FF2B5EF4-FFF2-40B4-BE49-F238E27FC236}">
                  <a16:creationId xmlns:a16="http://schemas.microsoft.com/office/drawing/2014/main" id="{9EBADD24-CA3B-B936-2CC1-E5826527A689}"/>
                </a:ext>
              </a:extLst>
            </p:cNvPr>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cxn ang="0">
                  <a:pos x="connsiteX0" y="connsiteY0"/>
                </a:cxn>
                <a:cxn ang="0">
                  <a:pos x="connsiteX1" y="connsiteY1"/>
                </a:cxn>
                <a:cxn ang="0">
                  <a:pos x="connsiteX2" y="connsiteY2"/>
                </a:cxn>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rtlCol="0" anchor="ctr">
              <a:noAutofit/>
            </a:bodyPr>
            <a:lstStyle/>
            <a:p>
              <a:endParaRPr lang="en-US" dirty="0"/>
            </a:p>
          </p:txBody>
        </p:sp>
        <p:sp>
          <p:nvSpPr>
            <p:cNvPr id="69" name="Freeform: Shape 68">
              <a:extLst>
                <a:ext uri="{FF2B5EF4-FFF2-40B4-BE49-F238E27FC236}">
                  <a16:creationId xmlns:a16="http://schemas.microsoft.com/office/drawing/2014/main" id="{EAE48A8A-0D1F-4DE4-B1FB-95599D960B15}"/>
                </a:ext>
              </a:extLst>
            </p:cNvPr>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63A8FDD-A0EC-4115-92B1-9CCC7402F490}"/>
                </a:ext>
              </a:extLst>
            </p:cNvPr>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3B0B500-5E50-446D-9425-D2FC54804D65}"/>
                </a:ext>
              </a:extLst>
            </p:cNvPr>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cxn ang="0">
                  <a:pos x="connsiteX0" y="connsiteY0"/>
                </a:cxn>
                <a:cxn ang="0">
                  <a:pos x="connsiteX1" y="connsiteY1"/>
                </a:cxn>
                <a:cxn ang="0">
                  <a:pos x="connsiteX2" y="connsiteY2"/>
                </a:cxn>
                <a:cxn ang="0">
                  <a:pos x="connsiteX3" y="connsiteY3"/>
                </a:cxn>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DF05FA-63E1-425C-87D2-A0B475C37243}"/>
                </a:ext>
              </a:extLst>
            </p:cNvPr>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A6ECF1D3-AF31-425C-9895-683D6AF092EE}"/>
                </a:ext>
              </a:extLst>
            </p:cNvPr>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47256726-B7C1-4AB8-805E-5FD1C8D16C19}"/>
                </a:ext>
              </a:extLst>
            </p:cNvPr>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1E731EA2-E8C0-4855-BD36-B2BD56975040}"/>
                </a:ext>
              </a:extLst>
            </p:cNvPr>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BBD158FE-6B1E-4BE1-9C49-933EADFAA8F5}"/>
                </a:ext>
              </a:extLst>
            </p:cNvPr>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cxn ang="0">
                  <a:pos x="connsiteX0" y="connsiteY0"/>
                </a:cxn>
                <a:cxn ang="0">
                  <a:pos x="connsiteX1" y="connsiteY1"/>
                </a:cxn>
                <a:cxn ang="0">
                  <a:pos x="connsiteX2" y="connsiteY2"/>
                </a:cxn>
                <a:cxn ang="0">
                  <a:pos x="connsiteX3" y="connsiteY3"/>
                </a:cxn>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EB40538-96AA-498C-BFC8-4B42E6FDE105}"/>
                </a:ext>
              </a:extLst>
            </p:cNvPr>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997AA30-9185-4BA8-B58F-F64514EB009A}"/>
                </a:ext>
              </a:extLst>
            </p:cNvPr>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rtlCol="0" anchor="ctr"/>
            <a:lstStyle/>
            <a:p>
              <a:endParaRPr lang="en-US" dirty="0"/>
            </a:p>
          </p:txBody>
        </p:sp>
        <p:sp>
          <p:nvSpPr>
            <p:cNvPr id="797" name="Freeform 796">
              <a:extLst>
                <a:ext uri="{FF2B5EF4-FFF2-40B4-BE49-F238E27FC236}">
                  <a16:creationId xmlns:a16="http://schemas.microsoft.com/office/drawing/2014/main" id="{28C8952C-5B46-D1EC-FECE-2E1A2E1C1C1C}"/>
                </a:ext>
              </a:extLst>
            </p:cNvPr>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rtlCol="0" anchor="ctr">
              <a:noAutofit/>
            </a:bodyPr>
            <a:lstStyle/>
            <a:p>
              <a:endParaRPr lang="en-US" dirty="0"/>
            </a:p>
          </p:txBody>
        </p:sp>
        <p:sp>
          <p:nvSpPr>
            <p:cNvPr id="803" name="Freeform 802">
              <a:extLst>
                <a:ext uri="{FF2B5EF4-FFF2-40B4-BE49-F238E27FC236}">
                  <a16:creationId xmlns:a16="http://schemas.microsoft.com/office/drawing/2014/main" id="{FA10EB6E-9C26-5CF2-4D48-9099D7D162DF}"/>
                </a:ext>
              </a:extLst>
            </p:cNvPr>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801" name="Freeform 800">
              <a:extLst>
                <a:ext uri="{FF2B5EF4-FFF2-40B4-BE49-F238E27FC236}">
                  <a16:creationId xmlns:a16="http://schemas.microsoft.com/office/drawing/2014/main" id="{5CD91505-58C6-46EC-09EA-BF96BB70EFC8}"/>
                </a:ext>
              </a:extLst>
            </p:cNvPr>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cxn ang="0">
                  <a:pos x="connsiteX0" y="connsiteY0"/>
                </a:cxn>
                <a:cxn ang="0">
                  <a:pos x="connsiteX1" y="connsiteY1"/>
                </a:cxn>
                <a:cxn ang="0">
                  <a:pos x="connsiteX2" y="connsiteY2"/>
                </a:cxn>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rtlCol="0" anchor="ctr">
              <a:noAutofit/>
            </a:bodyPr>
            <a:lstStyle/>
            <a:p>
              <a:endParaRPr lang="en-US" dirty="0"/>
            </a:p>
          </p:txBody>
        </p:sp>
        <p:sp>
          <p:nvSpPr>
            <p:cNvPr id="94" name="Freeform: Shape 93">
              <a:extLst>
                <a:ext uri="{FF2B5EF4-FFF2-40B4-BE49-F238E27FC236}">
                  <a16:creationId xmlns:a16="http://schemas.microsoft.com/office/drawing/2014/main" id="{672DE4E8-6A11-4EFA-BA87-7412B18193E3}"/>
                </a:ext>
              </a:extLst>
            </p:cNvPr>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43293CA4-CE6D-4F7C-85CE-24836ED615F6}"/>
                </a:ext>
              </a:extLst>
            </p:cNvPr>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00F1CE69-AE4C-4B0B-BE72-60D73A336D54}"/>
                </a:ext>
              </a:extLst>
            </p:cNvPr>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333F33F3-FFC2-4DDE-BE0A-527A573E8EA1}"/>
                </a:ext>
              </a:extLst>
            </p:cNvPr>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cxn ang="0">
                  <a:pos x="connsiteX0" y="connsiteY0"/>
                </a:cxn>
                <a:cxn ang="0">
                  <a:pos x="connsiteX1" y="connsiteY1"/>
                </a:cxn>
                <a:cxn ang="0">
                  <a:pos x="connsiteX2" y="connsiteY2"/>
                </a:cxn>
                <a:cxn ang="0">
                  <a:pos x="connsiteX3" y="connsiteY3"/>
                </a:cxn>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FC69BE9E-209A-44C9-A643-31AB33338516}"/>
                </a:ext>
              </a:extLst>
            </p:cNvPr>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6FD68C00-9475-46D5-9199-D48BF24D2B87}"/>
                </a:ext>
              </a:extLst>
            </p:cNvPr>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4E4848C-69F7-4A89-957C-F518EB45FE72}"/>
                </a:ext>
              </a:extLst>
            </p:cNvPr>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B34B9893-DA6D-44A3-8276-2500C282F762}"/>
                </a:ext>
              </a:extLst>
            </p:cNvPr>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E56F51D7-1296-4479-8279-F59754D1D103}"/>
                </a:ext>
              </a:extLst>
            </p:cNvPr>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82B7A8A8-7AB8-4765-95E4-10A2D73DE5CC}"/>
                </a:ext>
              </a:extLst>
            </p:cNvPr>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581FFEFC-08ED-441C-97A2-5D04FB2AE90A}"/>
                </a:ext>
              </a:extLst>
            </p:cNvPr>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2FD590C-CADB-44AF-8B9D-649C10D4B189}"/>
                </a:ext>
              </a:extLst>
            </p:cNvPr>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72D10EC6-9A04-40FB-8C36-B169719F57C1}"/>
                </a:ext>
              </a:extLst>
            </p:cNvPr>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75B6FCDB-4041-434C-B4CF-3FEC71AAAF06}"/>
                </a:ext>
              </a:extLst>
            </p:cNvPr>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BBB9A4F2-7D89-47C9-ABC7-6B6A4A3411B4}"/>
                </a:ext>
              </a:extLst>
            </p:cNvPr>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DC62CE4-3C17-49E5-BF01-327900A5B94E}"/>
                </a:ext>
              </a:extLst>
            </p:cNvPr>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E480EC70-7403-49A0-A35B-1452169E40ED}"/>
                </a:ext>
              </a:extLst>
            </p:cNvPr>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FB7E7588-F35A-41AF-B055-BCAE58CF1A61}"/>
                </a:ext>
              </a:extLst>
            </p:cNvPr>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FD2DEDF1-49BF-4697-A190-1CD5CEAA9E1A}"/>
                </a:ext>
              </a:extLst>
            </p:cNvPr>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D45A4D78-8724-4633-B31D-D220615F534B}"/>
                </a:ext>
              </a:extLst>
            </p:cNvPr>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2281381E-C89E-4016-A372-92B5B3D563E7}"/>
                </a:ext>
              </a:extLst>
            </p:cNvPr>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0387604-3597-4829-8336-217DCACEECD2}"/>
                </a:ext>
              </a:extLst>
            </p:cNvPr>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6E09BF83-6658-45ED-93A4-A465AB69519D}"/>
                </a:ext>
              </a:extLst>
            </p:cNvPr>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C3D3BFB-5CE0-4C28-BCB4-E8753DDDED1C}"/>
                </a:ext>
              </a:extLst>
            </p:cNvPr>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rtlCol="0" anchor="ctr"/>
            <a:lstStyle/>
            <a:p>
              <a:endParaRPr lang="en-US" dirty="0"/>
            </a:p>
          </p:txBody>
        </p:sp>
        <p:sp>
          <p:nvSpPr>
            <p:cNvPr id="810" name="Freeform 809">
              <a:extLst>
                <a:ext uri="{FF2B5EF4-FFF2-40B4-BE49-F238E27FC236}">
                  <a16:creationId xmlns:a16="http://schemas.microsoft.com/office/drawing/2014/main" id="{47B922FA-CDEA-A2D1-1DF9-A5354EB44AE0}"/>
                </a:ext>
              </a:extLst>
            </p:cNvPr>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rtlCol="0" anchor="ctr">
              <a:noAutofit/>
            </a:bodyPr>
            <a:lstStyle/>
            <a:p>
              <a:endParaRPr lang="en-US" dirty="0"/>
            </a:p>
          </p:txBody>
        </p:sp>
        <p:sp>
          <p:nvSpPr>
            <p:cNvPr id="126" name="Freeform: Shape 125">
              <a:extLst>
                <a:ext uri="{FF2B5EF4-FFF2-40B4-BE49-F238E27FC236}">
                  <a16:creationId xmlns:a16="http://schemas.microsoft.com/office/drawing/2014/main" id="{34291ACA-4B81-420D-A9F6-ED589F9A7F8F}"/>
                </a:ext>
              </a:extLst>
            </p:cNvPr>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12A9F120-74F2-4332-AB35-9A23478D7676}"/>
                </a:ext>
              </a:extLst>
            </p:cNvPr>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7A06EB5-C4AB-40D2-A860-AF6D5D122E5D}"/>
                </a:ext>
              </a:extLst>
            </p:cNvPr>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17E1560B-2CB4-47FC-902A-D244B564BCF8}"/>
                </a:ext>
              </a:extLst>
            </p:cNvPr>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26F3B0DE-2D55-4F7C-A299-0F4CBDC61B1B}"/>
                </a:ext>
              </a:extLst>
            </p:cNvPr>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rtlCol="0" anchor="ctr"/>
            <a:lstStyle/>
            <a:p>
              <a:endParaRPr lang="en-US" dirty="0"/>
            </a:p>
          </p:txBody>
        </p:sp>
        <p:sp>
          <p:nvSpPr>
            <p:cNvPr id="260" name="Freeform: Shape 259">
              <a:extLst>
                <a:ext uri="{FF2B5EF4-FFF2-40B4-BE49-F238E27FC236}">
                  <a16:creationId xmlns:a16="http://schemas.microsoft.com/office/drawing/2014/main" id="{F2D807D9-9071-4D26-AF35-C6711595B077}"/>
                </a:ext>
              </a:extLst>
            </p:cNvPr>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rtlCol="0" anchor="ctr"/>
            <a:lstStyle/>
            <a:p>
              <a:endParaRPr lang="en-US" dirty="0"/>
            </a:p>
          </p:txBody>
        </p:sp>
        <p:sp>
          <p:nvSpPr>
            <p:cNvPr id="261" name="Freeform: Shape 260">
              <a:extLst>
                <a:ext uri="{FF2B5EF4-FFF2-40B4-BE49-F238E27FC236}">
                  <a16:creationId xmlns:a16="http://schemas.microsoft.com/office/drawing/2014/main" id="{AA4CA55F-A7EB-4041-97C3-818EF502A127}"/>
                </a:ext>
              </a:extLst>
            </p:cNvPr>
            <p:cNvSpPr/>
            <p:nvPr/>
          </p:nvSpPr>
          <p:spPr>
            <a:xfrm>
              <a:off x="9211548" y="62009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262" name="Freeform: Shape 261">
              <a:extLst>
                <a:ext uri="{FF2B5EF4-FFF2-40B4-BE49-F238E27FC236}">
                  <a16:creationId xmlns:a16="http://schemas.microsoft.com/office/drawing/2014/main" id="{D0DA1F02-7551-46DF-8900-288EFC2868F9}"/>
                </a:ext>
              </a:extLst>
            </p:cNvPr>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63" name="Freeform: Shape 262">
              <a:extLst>
                <a:ext uri="{FF2B5EF4-FFF2-40B4-BE49-F238E27FC236}">
                  <a16:creationId xmlns:a16="http://schemas.microsoft.com/office/drawing/2014/main" id="{AC4D6326-3E87-49CA-8338-209C060EAE0B}"/>
                </a:ext>
              </a:extLst>
            </p:cNvPr>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rtlCol="0" anchor="ctr"/>
            <a:lstStyle/>
            <a:p>
              <a:endParaRPr lang="en-US" dirty="0"/>
            </a:p>
          </p:txBody>
        </p:sp>
        <p:sp>
          <p:nvSpPr>
            <p:cNvPr id="264" name="Freeform: Shape 263">
              <a:extLst>
                <a:ext uri="{FF2B5EF4-FFF2-40B4-BE49-F238E27FC236}">
                  <a16:creationId xmlns:a16="http://schemas.microsoft.com/office/drawing/2014/main" id="{0AF1B9DB-B28A-401F-AC75-0B893EE73E52}"/>
                </a:ext>
              </a:extLst>
            </p:cNvPr>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rtlCol="0" anchor="ctr"/>
            <a:lstStyle/>
            <a:p>
              <a:endParaRPr lang="en-US" dirty="0"/>
            </a:p>
          </p:txBody>
        </p:sp>
        <p:sp>
          <p:nvSpPr>
            <p:cNvPr id="265" name="Freeform: Shape 264">
              <a:extLst>
                <a:ext uri="{FF2B5EF4-FFF2-40B4-BE49-F238E27FC236}">
                  <a16:creationId xmlns:a16="http://schemas.microsoft.com/office/drawing/2014/main" id="{DFC767E1-DF53-42EF-BC8A-AB07C207C0A7}"/>
                </a:ext>
              </a:extLst>
            </p:cNvPr>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rtlCol="0" anchor="ctr"/>
            <a:lstStyle/>
            <a:p>
              <a:endParaRPr lang="en-US" dirty="0"/>
            </a:p>
          </p:txBody>
        </p:sp>
        <p:sp>
          <p:nvSpPr>
            <p:cNvPr id="266" name="Freeform: Shape 265">
              <a:extLst>
                <a:ext uri="{FF2B5EF4-FFF2-40B4-BE49-F238E27FC236}">
                  <a16:creationId xmlns:a16="http://schemas.microsoft.com/office/drawing/2014/main" id="{BAA5ED17-ECFE-4B0A-80B4-055358CA7BC1}"/>
                </a:ext>
              </a:extLst>
            </p:cNvPr>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0"/>
                  </a:moveTo>
                  <a:lnTo>
                    <a:pt x="0"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267" name="Freeform: Shape 266">
              <a:extLst>
                <a:ext uri="{FF2B5EF4-FFF2-40B4-BE49-F238E27FC236}">
                  <a16:creationId xmlns:a16="http://schemas.microsoft.com/office/drawing/2014/main" id="{6F513EB8-9659-470A-B003-9906FE36D3F4}"/>
                </a:ext>
              </a:extLst>
            </p:cNvPr>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rtlCol="0" anchor="ctr"/>
            <a:lstStyle/>
            <a:p>
              <a:endParaRPr lang="en-US" dirty="0"/>
            </a:p>
          </p:txBody>
        </p:sp>
        <p:sp>
          <p:nvSpPr>
            <p:cNvPr id="268" name="Freeform: Shape 267">
              <a:extLst>
                <a:ext uri="{FF2B5EF4-FFF2-40B4-BE49-F238E27FC236}">
                  <a16:creationId xmlns:a16="http://schemas.microsoft.com/office/drawing/2014/main" id="{C5E3018B-5850-4B86-85F7-345B150DD13C}"/>
                </a:ext>
              </a:extLst>
            </p:cNvPr>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rtlCol="0" anchor="ctr"/>
            <a:lstStyle/>
            <a:p>
              <a:endParaRPr lang="en-US" dirty="0"/>
            </a:p>
          </p:txBody>
        </p:sp>
        <p:sp>
          <p:nvSpPr>
            <p:cNvPr id="269" name="Freeform: Shape 268">
              <a:extLst>
                <a:ext uri="{FF2B5EF4-FFF2-40B4-BE49-F238E27FC236}">
                  <a16:creationId xmlns:a16="http://schemas.microsoft.com/office/drawing/2014/main" id="{B90109BD-77D2-4EBB-9C49-DF3AFEA0E6C7}"/>
                </a:ext>
              </a:extLst>
            </p:cNvPr>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cxn ang="0">
                  <a:pos x="connsiteX0" y="connsiteY0"/>
                </a:cxn>
                <a:cxn ang="0">
                  <a:pos x="connsiteX1" y="connsiteY1"/>
                </a:cxn>
                <a:cxn ang="0">
                  <a:pos x="connsiteX2" y="connsiteY2"/>
                </a:cxn>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270" name="Freeform: Shape 269">
              <a:extLst>
                <a:ext uri="{FF2B5EF4-FFF2-40B4-BE49-F238E27FC236}">
                  <a16:creationId xmlns:a16="http://schemas.microsoft.com/office/drawing/2014/main" id="{2351D74D-937E-4C87-A9C9-885A3A56338E}"/>
                </a:ext>
              </a:extLst>
            </p:cNvPr>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rtlCol="0" anchor="ctr"/>
            <a:lstStyle/>
            <a:p>
              <a:endParaRPr lang="en-US" dirty="0"/>
            </a:p>
          </p:txBody>
        </p:sp>
        <p:sp>
          <p:nvSpPr>
            <p:cNvPr id="271" name="Freeform: Shape 270">
              <a:extLst>
                <a:ext uri="{FF2B5EF4-FFF2-40B4-BE49-F238E27FC236}">
                  <a16:creationId xmlns:a16="http://schemas.microsoft.com/office/drawing/2014/main" id="{EBD515AA-2FBE-44C8-8C7D-57A11894521D}"/>
                </a:ext>
              </a:extLst>
            </p:cNvPr>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rtlCol="0" anchor="ctr"/>
            <a:lstStyle/>
            <a:p>
              <a:endParaRPr lang="en-US" dirty="0"/>
            </a:p>
          </p:txBody>
        </p:sp>
        <p:sp>
          <p:nvSpPr>
            <p:cNvPr id="272" name="Freeform: Shape 271">
              <a:extLst>
                <a:ext uri="{FF2B5EF4-FFF2-40B4-BE49-F238E27FC236}">
                  <a16:creationId xmlns:a16="http://schemas.microsoft.com/office/drawing/2014/main" id="{BD30C0F3-51A0-427E-A607-4F0809ADC9B5}"/>
                </a:ext>
              </a:extLst>
            </p:cNvPr>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cxn ang="0">
                  <a:pos x="connsiteX0" y="connsiteY0"/>
                </a:cxn>
                <a:cxn ang="0">
                  <a:pos x="connsiteX1" y="connsiteY1"/>
                </a:cxn>
                <a:cxn ang="0">
                  <a:pos x="connsiteX2" y="connsiteY2"/>
                </a:cxn>
                <a:cxn ang="0">
                  <a:pos x="connsiteX3" y="connsiteY3"/>
                </a:cxn>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rtlCol="0" anchor="ctr"/>
            <a:lstStyle/>
            <a:p>
              <a:endParaRPr lang="en-US" dirty="0"/>
            </a:p>
          </p:txBody>
        </p:sp>
        <p:sp>
          <p:nvSpPr>
            <p:cNvPr id="276" name="Freeform: Shape 275">
              <a:extLst>
                <a:ext uri="{FF2B5EF4-FFF2-40B4-BE49-F238E27FC236}">
                  <a16:creationId xmlns:a16="http://schemas.microsoft.com/office/drawing/2014/main" id="{2BA7C2CC-4C5B-4C3E-A513-F96E7A47C1E0}"/>
                </a:ext>
              </a:extLst>
            </p:cNvPr>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rtlCol="0" anchor="ctr"/>
            <a:lstStyle/>
            <a:p>
              <a:endParaRPr lang="en-US" dirty="0"/>
            </a:p>
          </p:txBody>
        </p:sp>
        <p:sp>
          <p:nvSpPr>
            <p:cNvPr id="791" name="Freeform 790">
              <a:extLst>
                <a:ext uri="{FF2B5EF4-FFF2-40B4-BE49-F238E27FC236}">
                  <a16:creationId xmlns:a16="http://schemas.microsoft.com/office/drawing/2014/main" id="{676E1FD3-28A9-7EA4-4B57-B6D4974B61F1}"/>
                </a:ext>
              </a:extLst>
            </p:cNvPr>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280" name="Freeform: Shape 279">
              <a:extLst>
                <a:ext uri="{FF2B5EF4-FFF2-40B4-BE49-F238E27FC236}">
                  <a16:creationId xmlns:a16="http://schemas.microsoft.com/office/drawing/2014/main" id="{8F0BCCC5-0B68-482E-8C8A-A5B4323F0D43}"/>
                </a:ext>
              </a:extLst>
            </p:cNvPr>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1" name="Freeform: Shape 280">
              <a:extLst>
                <a:ext uri="{FF2B5EF4-FFF2-40B4-BE49-F238E27FC236}">
                  <a16:creationId xmlns:a16="http://schemas.microsoft.com/office/drawing/2014/main" id="{FBA12E71-9095-4443-8098-86C05A391A99}"/>
                </a:ext>
              </a:extLst>
            </p:cNvPr>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rtlCol="0" anchor="ctr"/>
            <a:lstStyle/>
            <a:p>
              <a:endParaRPr lang="en-US" dirty="0"/>
            </a:p>
          </p:txBody>
        </p:sp>
        <p:sp>
          <p:nvSpPr>
            <p:cNvPr id="282" name="Freeform: Shape 281">
              <a:extLst>
                <a:ext uri="{FF2B5EF4-FFF2-40B4-BE49-F238E27FC236}">
                  <a16:creationId xmlns:a16="http://schemas.microsoft.com/office/drawing/2014/main" id="{B8402502-70A7-45AA-AFA6-F33FCDEEBDC8}"/>
                </a:ext>
              </a:extLst>
            </p:cNvPr>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cxn ang="0">
                  <a:pos x="connsiteX0" y="connsiteY0"/>
                </a:cxn>
                <a:cxn ang="0">
                  <a:pos x="connsiteX1" y="connsiteY1"/>
                </a:cxn>
                <a:cxn ang="0">
                  <a:pos x="connsiteX2" y="connsiteY2"/>
                </a:cxn>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rtlCol="0" anchor="ctr"/>
            <a:lstStyle/>
            <a:p>
              <a:endParaRPr lang="en-US" dirty="0"/>
            </a:p>
          </p:txBody>
        </p:sp>
        <p:sp>
          <p:nvSpPr>
            <p:cNvPr id="283" name="Freeform: Shape 282">
              <a:extLst>
                <a:ext uri="{FF2B5EF4-FFF2-40B4-BE49-F238E27FC236}">
                  <a16:creationId xmlns:a16="http://schemas.microsoft.com/office/drawing/2014/main" id="{626C61C4-91D8-4D1E-91F6-70E3BA8083A2}"/>
                </a:ext>
              </a:extLst>
            </p:cNvPr>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rtlCol="0" anchor="ctr"/>
            <a:lstStyle/>
            <a:p>
              <a:endParaRPr lang="en-US" dirty="0"/>
            </a:p>
          </p:txBody>
        </p:sp>
        <p:sp>
          <p:nvSpPr>
            <p:cNvPr id="297" name="Freeform: Shape 296">
              <a:extLst>
                <a:ext uri="{FF2B5EF4-FFF2-40B4-BE49-F238E27FC236}">
                  <a16:creationId xmlns:a16="http://schemas.microsoft.com/office/drawing/2014/main" id="{12516173-86F5-44BF-891F-9EC604600F62}"/>
                </a:ext>
              </a:extLst>
            </p:cNvPr>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rtlCol="0" anchor="ctr"/>
            <a:lstStyle/>
            <a:p>
              <a:endParaRPr lang="en-US" dirty="0"/>
            </a:p>
          </p:txBody>
        </p:sp>
        <p:sp>
          <p:nvSpPr>
            <p:cNvPr id="300" name="Freeform: Shape 299">
              <a:extLst>
                <a:ext uri="{FF2B5EF4-FFF2-40B4-BE49-F238E27FC236}">
                  <a16:creationId xmlns:a16="http://schemas.microsoft.com/office/drawing/2014/main" id="{B712C6C9-A458-48E4-9891-2088765C732B}"/>
                </a:ext>
              </a:extLst>
            </p:cNvPr>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rtlCol="0" anchor="ctr"/>
            <a:lstStyle/>
            <a:p>
              <a:endParaRPr lang="en-US" dirty="0"/>
            </a:p>
          </p:txBody>
        </p:sp>
        <p:sp>
          <p:nvSpPr>
            <p:cNvPr id="783" name="Freeform 782">
              <a:extLst>
                <a:ext uri="{FF2B5EF4-FFF2-40B4-BE49-F238E27FC236}">
                  <a16:creationId xmlns:a16="http://schemas.microsoft.com/office/drawing/2014/main" id="{AC5F2025-A1DD-E6B5-9595-D6808C59AB5E}"/>
                </a:ext>
              </a:extLst>
            </p:cNvPr>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04" name="Freeform: Shape 303">
              <a:extLst>
                <a:ext uri="{FF2B5EF4-FFF2-40B4-BE49-F238E27FC236}">
                  <a16:creationId xmlns:a16="http://schemas.microsoft.com/office/drawing/2014/main" id="{73EEEBAD-87CA-4F1D-BF1F-614D3E51C6AD}"/>
                </a:ext>
              </a:extLst>
            </p:cNvPr>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cxn ang="0">
                  <a:pos x="connsiteX0" y="connsiteY0"/>
                </a:cxn>
                <a:cxn ang="0">
                  <a:pos x="connsiteX1" y="connsiteY1"/>
                </a:cxn>
                <a:cxn ang="0">
                  <a:pos x="connsiteX2" y="connsiteY2"/>
                </a:cxn>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rtlCol="0" anchor="ctr"/>
            <a:lstStyle/>
            <a:p>
              <a:endParaRPr lang="en-US" dirty="0"/>
            </a:p>
          </p:txBody>
        </p:sp>
        <p:sp>
          <p:nvSpPr>
            <p:cNvPr id="310" name="Freeform: Shape 309">
              <a:extLst>
                <a:ext uri="{FF2B5EF4-FFF2-40B4-BE49-F238E27FC236}">
                  <a16:creationId xmlns:a16="http://schemas.microsoft.com/office/drawing/2014/main" id="{4B49D84C-57FA-4245-847C-1A0B5E38F71C}"/>
                </a:ext>
              </a:extLst>
            </p:cNvPr>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rtlCol="0" anchor="ctr"/>
            <a:lstStyle/>
            <a:p>
              <a:endParaRPr lang="en-US" dirty="0"/>
            </a:p>
          </p:txBody>
        </p:sp>
        <p:sp>
          <p:nvSpPr>
            <p:cNvPr id="315" name="Freeform: Shape 314">
              <a:extLst>
                <a:ext uri="{FF2B5EF4-FFF2-40B4-BE49-F238E27FC236}">
                  <a16:creationId xmlns:a16="http://schemas.microsoft.com/office/drawing/2014/main" id="{3534BE47-284C-4D8C-BFF9-59339010B7B4}"/>
                </a:ext>
              </a:extLst>
            </p:cNvPr>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rtlCol="0" anchor="ctr"/>
            <a:lstStyle/>
            <a:p>
              <a:endParaRPr lang="en-US" dirty="0"/>
            </a:p>
          </p:txBody>
        </p:sp>
        <p:sp>
          <p:nvSpPr>
            <p:cNvPr id="773" name="Freeform 772">
              <a:extLst>
                <a:ext uri="{FF2B5EF4-FFF2-40B4-BE49-F238E27FC236}">
                  <a16:creationId xmlns:a16="http://schemas.microsoft.com/office/drawing/2014/main" id="{933BA95F-42B0-929B-69A1-690B15D71E8F}"/>
                </a:ext>
              </a:extLst>
            </p:cNvPr>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317" name="Freeform: Shape 316">
              <a:extLst>
                <a:ext uri="{FF2B5EF4-FFF2-40B4-BE49-F238E27FC236}">
                  <a16:creationId xmlns:a16="http://schemas.microsoft.com/office/drawing/2014/main" id="{79342ABF-5E76-4AF9-BF9D-C6FF8124BA6C}"/>
                </a:ext>
              </a:extLst>
            </p:cNvPr>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rtlCol="0" anchor="ctr"/>
            <a:lstStyle/>
            <a:p>
              <a:endParaRPr lang="en-US" dirty="0"/>
            </a:p>
          </p:txBody>
        </p:sp>
        <p:sp>
          <p:nvSpPr>
            <p:cNvPr id="322" name="Freeform: Shape 321">
              <a:extLst>
                <a:ext uri="{FF2B5EF4-FFF2-40B4-BE49-F238E27FC236}">
                  <a16:creationId xmlns:a16="http://schemas.microsoft.com/office/drawing/2014/main" id="{15197C0B-4257-4D1B-BE3C-1D0B53EFBF74}"/>
                </a:ext>
              </a:extLst>
            </p:cNvPr>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cxn ang="0">
                  <a:pos x="connsiteX0" y="connsiteY0"/>
                </a:cxn>
                <a:cxn ang="0">
                  <a:pos x="connsiteX1" y="connsiteY1"/>
                </a:cxn>
                <a:cxn ang="0">
                  <a:pos x="connsiteX2" y="connsiteY2"/>
                </a:cxn>
              </a:cxnLst>
              <a:rect l="l" t="t" r="r" b="b"/>
              <a:pathLst>
                <a:path w="634" h="634">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3" name="Freeform: Shape 322">
              <a:extLst>
                <a:ext uri="{FF2B5EF4-FFF2-40B4-BE49-F238E27FC236}">
                  <a16:creationId xmlns:a16="http://schemas.microsoft.com/office/drawing/2014/main" id="{EC588397-BC65-4188-8DA3-61D6BBA5FCE6}"/>
                </a:ext>
              </a:extLst>
            </p:cNvPr>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rtlCol="0" anchor="ctr"/>
            <a:lstStyle/>
            <a:p>
              <a:endParaRPr lang="en-US" dirty="0"/>
            </a:p>
          </p:txBody>
        </p:sp>
        <p:sp>
          <p:nvSpPr>
            <p:cNvPr id="325" name="Freeform: Shape 324">
              <a:extLst>
                <a:ext uri="{FF2B5EF4-FFF2-40B4-BE49-F238E27FC236}">
                  <a16:creationId xmlns:a16="http://schemas.microsoft.com/office/drawing/2014/main" id="{DB75E3DD-30C8-489A-92E1-4E4D6037A89F}"/>
                </a:ext>
              </a:extLst>
            </p:cNvPr>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26" name="Freeform: Shape 325">
              <a:extLst>
                <a:ext uri="{FF2B5EF4-FFF2-40B4-BE49-F238E27FC236}">
                  <a16:creationId xmlns:a16="http://schemas.microsoft.com/office/drawing/2014/main" id="{39A42858-2D8D-4392-A05F-6BE5DA802594}"/>
                </a:ext>
              </a:extLst>
            </p:cNvPr>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cxn ang="0">
                  <a:pos x="connsiteX0" y="connsiteY0"/>
                </a:cxn>
                <a:cxn ang="0">
                  <a:pos x="connsiteX1" y="connsiteY1"/>
                </a:cxn>
                <a:cxn ang="0">
                  <a:pos x="connsiteX2" y="connsiteY2"/>
                </a:cxn>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rtlCol="0" anchor="ctr"/>
            <a:lstStyle/>
            <a:p>
              <a:endParaRPr lang="en-US" dirty="0"/>
            </a:p>
          </p:txBody>
        </p:sp>
        <p:sp>
          <p:nvSpPr>
            <p:cNvPr id="339" name="Freeform: Shape 338">
              <a:extLst>
                <a:ext uri="{FF2B5EF4-FFF2-40B4-BE49-F238E27FC236}">
                  <a16:creationId xmlns:a16="http://schemas.microsoft.com/office/drawing/2014/main" id="{9AB417E0-36F9-4194-9971-242CD227510B}"/>
                </a:ext>
              </a:extLst>
            </p:cNvPr>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rtlCol="0" anchor="ctr"/>
            <a:lstStyle/>
            <a:p>
              <a:endParaRPr lang="en-US" dirty="0"/>
            </a:p>
          </p:txBody>
        </p:sp>
        <p:sp>
          <p:nvSpPr>
            <p:cNvPr id="340" name="Freeform: Shape 339">
              <a:extLst>
                <a:ext uri="{FF2B5EF4-FFF2-40B4-BE49-F238E27FC236}">
                  <a16:creationId xmlns:a16="http://schemas.microsoft.com/office/drawing/2014/main" id="{D864E9CC-7C36-4D94-B0E8-06FB80DBA12E}"/>
                </a:ext>
              </a:extLst>
            </p:cNvPr>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rtlCol="0" anchor="ctr"/>
            <a:lstStyle/>
            <a:p>
              <a:endParaRPr lang="en-US" dirty="0"/>
            </a:p>
          </p:txBody>
        </p:sp>
        <p:sp>
          <p:nvSpPr>
            <p:cNvPr id="341" name="Freeform: Shape 340">
              <a:extLst>
                <a:ext uri="{FF2B5EF4-FFF2-40B4-BE49-F238E27FC236}">
                  <a16:creationId xmlns:a16="http://schemas.microsoft.com/office/drawing/2014/main" id="{CD0E1F7F-5617-4E8E-9263-81E3D4C398F5}"/>
                </a:ext>
              </a:extLst>
            </p:cNvPr>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2" name="Freeform: Shape 341">
              <a:extLst>
                <a:ext uri="{FF2B5EF4-FFF2-40B4-BE49-F238E27FC236}">
                  <a16:creationId xmlns:a16="http://schemas.microsoft.com/office/drawing/2014/main" id="{630AFBC3-3C7E-4A49-838A-CA7A05B28094}"/>
                </a:ext>
              </a:extLst>
            </p:cNvPr>
            <p:cNvSpPr/>
            <p:nvPr/>
          </p:nvSpPr>
          <p:spPr>
            <a:xfrm>
              <a:off x="7266395" y="70478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3" name="Freeform: Shape 342">
              <a:extLst>
                <a:ext uri="{FF2B5EF4-FFF2-40B4-BE49-F238E27FC236}">
                  <a16:creationId xmlns:a16="http://schemas.microsoft.com/office/drawing/2014/main" id="{38DA3CAA-EAB8-4FE6-A8E7-359E8028CF60}"/>
                </a:ext>
              </a:extLst>
            </p:cNvPr>
            <p:cNvSpPr/>
            <p:nvPr/>
          </p:nvSpPr>
          <p:spPr>
            <a:xfrm>
              <a:off x="7264363" y="70554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44" name="Freeform: Shape 343">
              <a:extLst>
                <a:ext uri="{FF2B5EF4-FFF2-40B4-BE49-F238E27FC236}">
                  <a16:creationId xmlns:a16="http://schemas.microsoft.com/office/drawing/2014/main" id="{B8636621-3DC0-4FDF-BA4C-B840BE806AB7}"/>
                </a:ext>
              </a:extLst>
            </p:cNvPr>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rtlCol="0" anchor="ctr"/>
            <a:lstStyle/>
            <a:p>
              <a:endParaRPr lang="en-US" dirty="0"/>
            </a:p>
          </p:txBody>
        </p:sp>
        <p:sp>
          <p:nvSpPr>
            <p:cNvPr id="345" name="Freeform: Shape 344">
              <a:extLst>
                <a:ext uri="{FF2B5EF4-FFF2-40B4-BE49-F238E27FC236}">
                  <a16:creationId xmlns:a16="http://schemas.microsoft.com/office/drawing/2014/main" id="{68808E0E-5A1D-4678-8784-DBEBFBCCE2CF}"/>
                </a:ext>
              </a:extLst>
            </p:cNvPr>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6" name="Freeform: Shape 345">
              <a:extLst>
                <a:ext uri="{FF2B5EF4-FFF2-40B4-BE49-F238E27FC236}">
                  <a16:creationId xmlns:a16="http://schemas.microsoft.com/office/drawing/2014/main" id="{E75102D8-4A58-4E3C-875A-33470C15E0F9}"/>
                </a:ext>
              </a:extLst>
            </p:cNvPr>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cxn ang="0">
                  <a:pos x="connsiteX0" y="connsiteY0"/>
                </a:cxn>
                <a:cxn ang="0">
                  <a:pos x="connsiteX1" y="connsiteY1"/>
                </a:cxn>
                <a:cxn ang="0">
                  <a:pos x="connsiteX2" y="connsiteY2"/>
                </a:cxn>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347" name="Freeform: Shape 346">
              <a:extLst>
                <a:ext uri="{FF2B5EF4-FFF2-40B4-BE49-F238E27FC236}">
                  <a16:creationId xmlns:a16="http://schemas.microsoft.com/office/drawing/2014/main" id="{BDDF714E-9C32-4E0B-A768-20473D25B9DF}"/>
                </a:ext>
              </a:extLst>
            </p:cNvPr>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48" name="Freeform: Shape 347">
              <a:extLst>
                <a:ext uri="{FF2B5EF4-FFF2-40B4-BE49-F238E27FC236}">
                  <a16:creationId xmlns:a16="http://schemas.microsoft.com/office/drawing/2014/main" id="{88DA82DC-EE57-47BB-A007-0950FEF02AD2}"/>
                </a:ext>
              </a:extLst>
            </p:cNvPr>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rtlCol="0" anchor="ctr"/>
            <a:lstStyle/>
            <a:p>
              <a:endParaRPr lang="en-US" dirty="0"/>
            </a:p>
          </p:txBody>
        </p:sp>
        <p:sp>
          <p:nvSpPr>
            <p:cNvPr id="349" name="Freeform: Shape 348">
              <a:extLst>
                <a:ext uri="{FF2B5EF4-FFF2-40B4-BE49-F238E27FC236}">
                  <a16:creationId xmlns:a16="http://schemas.microsoft.com/office/drawing/2014/main" id="{CF0C5E89-C948-4AF2-9B6E-CD96E04638EB}"/>
                </a:ext>
              </a:extLst>
            </p:cNvPr>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350" name="Freeform: Shape 349">
              <a:extLst>
                <a:ext uri="{FF2B5EF4-FFF2-40B4-BE49-F238E27FC236}">
                  <a16:creationId xmlns:a16="http://schemas.microsoft.com/office/drawing/2014/main" id="{E351C802-1F3E-48B5-AEE4-A4B7D9BAA949}"/>
                </a:ext>
              </a:extLst>
            </p:cNvPr>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rtlCol="0" anchor="ctr"/>
            <a:lstStyle/>
            <a:p>
              <a:endParaRPr lang="en-US" dirty="0"/>
            </a:p>
          </p:txBody>
        </p:sp>
        <p:sp>
          <p:nvSpPr>
            <p:cNvPr id="351" name="Freeform: Shape 350">
              <a:extLst>
                <a:ext uri="{FF2B5EF4-FFF2-40B4-BE49-F238E27FC236}">
                  <a16:creationId xmlns:a16="http://schemas.microsoft.com/office/drawing/2014/main" id="{B6BCE900-1B91-4B47-BF75-1CD0C5D6A8F7}"/>
                </a:ext>
              </a:extLst>
            </p:cNvPr>
            <p:cNvSpPr/>
            <p:nvPr/>
          </p:nvSpPr>
          <p:spPr>
            <a:xfrm>
              <a:off x="7849179" y="83746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2" name="Freeform: Shape 351">
              <a:extLst>
                <a:ext uri="{FF2B5EF4-FFF2-40B4-BE49-F238E27FC236}">
                  <a16:creationId xmlns:a16="http://schemas.microsoft.com/office/drawing/2014/main" id="{35AF1395-875A-4FB8-A576-A4D92BE66EB3}"/>
                </a:ext>
              </a:extLst>
            </p:cNvPr>
            <p:cNvSpPr/>
            <p:nvPr/>
          </p:nvSpPr>
          <p:spPr>
            <a:xfrm>
              <a:off x="7850576" y="837971"/>
              <a:ext cx="888" cy="12696"/>
            </a:xfrm>
            <a:custGeom>
              <a:avLst/>
              <a:gdLst>
                <a:gd name="connsiteX0" fmla="*/ 889 w 888"/>
                <a:gd name="connsiteY0" fmla="*/ 0 h 12696"/>
                <a:gd name="connsiteX1" fmla="*/ 0 w 888"/>
                <a:gd name="connsiteY1" fmla="*/ 0 h 12696"/>
              </a:gdLst>
              <a:ahLst/>
              <a:cxnLst>
                <a:cxn ang="0">
                  <a:pos x="connsiteX0" y="connsiteY0"/>
                </a:cxn>
                <a:cxn ang="0">
                  <a:pos x="connsiteX1" y="connsiteY1"/>
                </a:cxn>
              </a:cxnLst>
              <a:rect l="l" t="t" r="r" b="b"/>
              <a:pathLst>
                <a:path w="888" h="12696">
                  <a:moveTo>
                    <a:pt x="889"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3" name="Freeform: Shape 352">
              <a:extLst>
                <a:ext uri="{FF2B5EF4-FFF2-40B4-BE49-F238E27FC236}">
                  <a16:creationId xmlns:a16="http://schemas.microsoft.com/office/drawing/2014/main" id="{1C2246CC-50E1-4B07-B593-8A0B7E3A32BA}"/>
                </a:ext>
              </a:extLst>
            </p:cNvPr>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rtlCol="0" anchor="ctr"/>
            <a:lstStyle/>
            <a:p>
              <a:endParaRPr lang="en-US" dirty="0"/>
            </a:p>
          </p:txBody>
        </p:sp>
        <p:sp>
          <p:nvSpPr>
            <p:cNvPr id="354" name="Freeform: Shape 353">
              <a:extLst>
                <a:ext uri="{FF2B5EF4-FFF2-40B4-BE49-F238E27FC236}">
                  <a16:creationId xmlns:a16="http://schemas.microsoft.com/office/drawing/2014/main" id="{F168DB40-9E71-4ED3-AB8A-E56A7447C325}"/>
                </a:ext>
              </a:extLst>
            </p:cNvPr>
            <p:cNvSpPr/>
            <p:nvPr/>
          </p:nvSpPr>
          <p:spPr>
            <a:xfrm>
              <a:off x="7854258" y="8406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355" name="Freeform: Shape 354">
              <a:extLst>
                <a:ext uri="{FF2B5EF4-FFF2-40B4-BE49-F238E27FC236}">
                  <a16:creationId xmlns:a16="http://schemas.microsoft.com/office/drawing/2014/main" id="{F3F3F5B8-1D4C-40A8-8BA2-809FCFBF7707}"/>
                </a:ext>
              </a:extLst>
            </p:cNvPr>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356" name="Freeform: Shape 355">
              <a:extLst>
                <a:ext uri="{FF2B5EF4-FFF2-40B4-BE49-F238E27FC236}">
                  <a16:creationId xmlns:a16="http://schemas.microsoft.com/office/drawing/2014/main" id="{4F2F9C82-2E8F-4DB5-9A5E-5885DC7B7F5A}"/>
                </a:ext>
              </a:extLst>
            </p:cNvPr>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84729119-42BF-4F3A-BE62-2DFF1B1ADA3C}"/>
                </a:ext>
              </a:extLst>
            </p:cNvPr>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B4DC022F-579E-4B12-B487-8A72406EFF04}"/>
                </a:ext>
              </a:extLst>
            </p:cNvPr>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17DF473D-3984-4FF9-9D10-AF6D336F38E1}"/>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2BDD9C9C-12DE-48F1-AA54-D352BA07816F}"/>
                </a:ext>
              </a:extLst>
            </p:cNvPr>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75B1A7F1-ACDA-4ADF-9518-AEEF6C64CF2E}"/>
                </a:ext>
              </a:extLst>
            </p:cNvPr>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211A2F32-4BAA-4F37-B227-0C426F1461E8}"/>
                </a:ext>
              </a:extLst>
            </p:cNvPr>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D42139D6-10F7-4F8F-9156-A968422AF2C5}"/>
                </a:ext>
              </a:extLst>
            </p:cNvPr>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73A866ED-C782-4108-91FC-D73C5CFA59C3}"/>
                </a:ext>
              </a:extLst>
            </p:cNvPr>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cxn ang="0">
                  <a:pos x="connsiteX0" y="connsiteY0"/>
                </a:cxn>
                <a:cxn ang="0">
                  <a:pos x="connsiteX1" y="connsiteY1"/>
                </a:cxn>
                <a:cxn ang="0">
                  <a:pos x="connsiteX2" y="connsiteY2"/>
                </a:cxn>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3CE5462E-9E0C-4F8C-84B0-315D69C0A83E}"/>
                </a:ext>
              </a:extLst>
            </p:cNvPr>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1AB001F1-2469-44A1-928B-F59DD18655B7}"/>
                </a:ext>
              </a:extLst>
            </p:cNvPr>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cxn ang="0">
                  <a:pos x="connsiteX0" y="connsiteY0"/>
                </a:cxn>
                <a:cxn ang="0">
                  <a:pos x="connsiteX1" y="connsiteY1"/>
                </a:cxn>
                <a:cxn ang="0">
                  <a:pos x="connsiteX2" y="connsiteY2"/>
                </a:cxn>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6F85ED7D-9490-4930-911A-836F995D0267}"/>
                </a:ext>
              </a:extLst>
            </p:cNvPr>
            <p:cNvSpPr/>
            <p:nvPr/>
          </p:nvSpPr>
          <p:spPr>
            <a:xfrm>
              <a:off x="5722334" y="141795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B31BB379-A8AC-48A4-AA8A-ABF0911F3018}"/>
                </a:ext>
              </a:extLst>
            </p:cNvPr>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B7A269DC-C4C1-480F-B7FD-3E51547EDA3A}"/>
                </a:ext>
              </a:extLst>
            </p:cNvPr>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4166CAC5-EB0F-4AFF-9FBC-91C3549591E5}"/>
                </a:ext>
              </a:extLst>
            </p:cNvPr>
            <p:cNvSpPr/>
            <p:nvPr/>
          </p:nvSpPr>
          <p:spPr>
            <a:xfrm>
              <a:off x="6595368" y="1456681"/>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546BAE84-FF27-4080-8B20-469BE53CDA6B}"/>
                </a:ext>
              </a:extLst>
            </p:cNvPr>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950F0C00-B7AC-437C-B000-7A5F496295DB}"/>
                </a:ext>
              </a:extLst>
            </p:cNvPr>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43691CF2-AAE3-426A-9B8F-2113504417EB}"/>
                </a:ext>
              </a:extLst>
            </p:cNvPr>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FA54988E-1663-4A89-93AB-5AA8A97BD3B5}"/>
                </a:ext>
              </a:extLst>
            </p:cNvPr>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96762854-B103-49F3-9871-B022A68CAB68}"/>
                </a:ext>
              </a:extLst>
            </p:cNvPr>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7D656834-BA1C-417A-9200-A295006E4626}"/>
                </a:ext>
              </a:extLst>
            </p:cNvPr>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cxn ang="0">
                  <a:pos x="connsiteX0" y="connsiteY0"/>
                </a:cxn>
                <a:cxn ang="0">
                  <a:pos x="connsiteX1" y="connsiteY1"/>
                </a:cxn>
                <a:cxn ang="0">
                  <a:pos x="connsiteX2" y="connsiteY2"/>
                </a:cxn>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50DDDCEC-87D5-424A-9047-1C1A72065F18}"/>
                </a:ext>
              </a:extLst>
            </p:cNvPr>
            <p:cNvSpPr/>
            <p:nvPr/>
          </p:nvSpPr>
          <p:spPr>
            <a:xfrm>
              <a:off x="6589527" y="145223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57500A7E-75C2-4A02-81BF-B43F42FEAB9E}"/>
                </a:ext>
              </a:extLst>
            </p:cNvPr>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5AD139F3-7F07-4850-8296-D7A393252CFF}"/>
                </a:ext>
              </a:extLst>
            </p:cNvPr>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9026E143-7586-44D1-895D-49FA2505EDAF}"/>
                </a:ext>
              </a:extLst>
            </p:cNvPr>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55C13327-3B0B-4D90-BAD4-BADA134FD9FD}"/>
                </a:ext>
              </a:extLst>
            </p:cNvPr>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6494F0A3-1A67-4EEF-936B-54283EA0D6D6}"/>
                </a:ext>
              </a:extLst>
            </p:cNvPr>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A87597E6-1548-458B-A935-415FF880178D}"/>
                </a:ext>
              </a:extLst>
            </p:cNvPr>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6DD2092A-6421-4834-83B2-8ADAA61CE85A}"/>
                </a:ext>
              </a:extLst>
            </p:cNvPr>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06F54617-2992-43C1-AAD9-D647E6D70C2A}"/>
                </a:ext>
              </a:extLst>
            </p:cNvPr>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BA5923F2-9693-4E79-9A58-0EEFA9D10225}"/>
                </a:ext>
              </a:extLst>
            </p:cNvPr>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3AD43E4F-7972-4C5F-BC2C-7FCB54D5254C}"/>
                </a:ext>
              </a:extLst>
            </p:cNvPr>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EE81EAC6-A27B-4346-B097-B315BA65C034}"/>
                </a:ext>
              </a:extLst>
            </p:cNvPr>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25F2C9C1-1BC2-4FC9-8897-59614DD34C59}"/>
                </a:ext>
              </a:extLst>
            </p:cNvPr>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812" name="Freeform 811">
              <a:extLst>
                <a:ext uri="{FF2B5EF4-FFF2-40B4-BE49-F238E27FC236}">
                  <a16:creationId xmlns:a16="http://schemas.microsoft.com/office/drawing/2014/main" id="{50B8F123-EE23-99D3-DF8D-303C7DB6546B}"/>
                </a:ext>
              </a:extLst>
            </p:cNvPr>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465" name="Freeform: Shape 464">
              <a:extLst>
                <a:ext uri="{FF2B5EF4-FFF2-40B4-BE49-F238E27FC236}">
                  <a16:creationId xmlns:a16="http://schemas.microsoft.com/office/drawing/2014/main" id="{2492A7ED-719D-4B95-A2CB-7D4D6C02A3DC}"/>
                </a:ext>
              </a:extLst>
            </p:cNvPr>
            <p:cNvSpPr/>
            <p:nvPr/>
          </p:nvSpPr>
          <p:spPr>
            <a:xfrm>
              <a:off x="4258263" y="877838"/>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3CA4CE9F-2651-4818-8DA5-9CCD41469892}"/>
                </a:ext>
              </a:extLst>
            </p:cNvPr>
            <p:cNvSpPr/>
            <p:nvPr/>
          </p:nvSpPr>
          <p:spPr>
            <a:xfrm>
              <a:off x="4256105" y="877457"/>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EACB584D-4529-45F6-BE06-8F4B5908E333}"/>
                </a:ext>
              </a:extLst>
            </p:cNvPr>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3D371AF-04EE-4333-A193-9FA99F5D2570}"/>
                </a:ext>
              </a:extLst>
            </p:cNvPr>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AF992755-64B5-4176-BC40-24C03AC066DC}"/>
                </a:ext>
              </a:extLst>
            </p:cNvPr>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5993AA16-81FD-4D1B-95D8-C46937945B61}"/>
                </a:ext>
              </a:extLst>
            </p:cNvPr>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8EE3622B-32AF-4A35-96CA-AF688ADDCA6E}"/>
                </a:ext>
              </a:extLst>
            </p:cNvPr>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F125A9B1-DF13-4FB5-A4AC-499B6143DAFF}"/>
                </a:ext>
              </a:extLst>
            </p:cNvPr>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BA7E8F16-EE6A-4945-986B-1EEFE520CC5E}"/>
                </a:ext>
              </a:extLst>
            </p:cNvPr>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cxn ang="0">
                  <a:pos x="connsiteX0" y="connsiteY0"/>
                </a:cxn>
                <a:cxn ang="0">
                  <a:pos x="connsiteX1" y="connsiteY1"/>
                </a:cxn>
                <a:cxn ang="0">
                  <a:pos x="connsiteX2" y="connsiteY2"/>
                </a:cxn>
                <a:cxn ang="0">
                  <a:pos x="connsiteX3" y="connsiteY3"/>
                </a:cxn>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99562970-C81E-4B6C-B8D0-84B278460B13}"/>
                </a:ext>
              </a:extLst>
            </p:cNvPr>
            <p:cNvSpPr/>
            <p:nvPr/>
          </p:nvSpPr>
          <p:spPr>
            <a:xfrm>
              <a:off x="4371011" y="1155769"/>
              <a:ext cx="12696" cy="761"/>
            </a:xfrm>
            <a:custGeom>
              <a:avLst/>
              <a:gdLst>
                <a:gd name="connsiteX0" fmla="*/ 0 w 12696"/>
                <a:gd name="connsiteY0" fmla="*/ 0 h 761"/>
                <a:gd name="connsiteX1" fmla="*/ 0 w 12696"/>
                <a:gd name="connsiteY1" fmla="*/ 762 h 761"/>
              </a:gdLst>
              <a:ahLst/>
              <a:cxnLst>
                <a:cxn ang="0">
                  <a:pos x="connsiteX0" y="connsiteY0"/>
                </a:cxn>
                <a:cxn ang="0">
                  <a:pos x="connsiteX1" y="connsiteY1"/>
                </a:cxn>
              </a:cxnLst>
              <a:rect l="l" t="t" r="r" b="b"/>
              <a:pathLst>
                <a:path w="12696" h="761">
                  <a:moveTo>
                    <a:pt x="0" y="0"/>
                  </a:moveTo>
                  <a:lnTo>
                    <a:pt x="0" y="762"/>
                  </a:lnTo>
                  <a:close/>
                </a:path>
              </a:pathLst>
            </a:custGeom>
            <a:solidFill>
              <a:srgbClr val="000000"/>
            </a:solidFill>
            <a:ln w="12690"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C29525FA-4DE7-422B-8FF4-DE510CBEB96F}"/>
                </a:ext>
              </a:extLst>
            </p:cNvPr>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958CF054-7460-42EF-9790-F4AD08877FB2}"/>
                </a:ext>
              </a:extLst>
            </p:cNvPr>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0E108BD-4905-49ED-AD89-9C726E9807F0}"/>
                </a:ext>
              </a:extLst>
            </p:cNvPr>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E54D8E-9694-46FC-941F-CFF130900AC6}"/>
                </a:ext>
              </a:extLst>
            </p:cNvPr>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ACAB4EF7-5C3F-4753-AFD7-0E9E45555E3B}"/>
                </a:ext>
              </a:extLst>
            </p:cNvPr>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cxn ang="0">
                  <a:pos x="connsiteX0" y="connsiteY0"/>
                </a:cxn>
                <a:cxn ang="0">
                  <a:pos x="connsiteX1" y="connsiteY1"/>
                </a:cxn>
                <a:cxn ang="0">
                  <a:pos x="connsiteX2" y="connsiteY2"/>
                </a:cxn>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B70243E6-91D4-4154-8A9D-739A7639A377}"/>
                </a:ext>
              </a:extLst>
            </p:cNvPr>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CA5DF0C5-387A-4C77-975F-D3952424B1E5}"/>
                </a:ext>
              </a:extLst>
            </p:cNvPr>
            <p:cNvSpPr/>
            <p:nvPr/>
          </p:nvSpPr>
          <p:spPr>
            <a:xfrm>
              <a:off x="5554228" y="1229664"/>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985544F6-B794-4A24-8D73-2A8FF3302B69}"/>
                </a:ext>
              </a:extLst>
            </p:cNvPr>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0A947B56-3D39-4366-A6BA-46C8E190A169}"/>
                </a:ext>
              </a:extLst>
            </p:cNvPr>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A3F20888-7E8F-405F-8F84-6D4356ECB7EA}"/>
                </a:ext>
              </a:extLst>
            </p:cNvPr>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cxn ang="0">
                  <a:pos x="connsiteX0" y="connsiteY0"/>
                </a:cxn>
                <a:cxn ang="0">
                  <a:pos x="connsiteX1" y="connsiteY1"/>
                </a:cxn>
                <a:cxn ang="0">
                  <a:pos x="connsiteX2" y="connsiteY2"/>
                </a:cxn>
                <a:cxn ang="0">
                  <a:pos x="connsiteX3" y="connsiteY3"/>
                </a:cxn>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74F7AF4D-E4E1-4FB0-BED3-DBE9567D3A34}"/>
                </a:ext>
              </a:extLst>
            </p:cNvPr>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DF1F3792-F8F9-4129-9A50-E0FFAB01B5B0}"/>
                </a:ext>
              </a:extLst>
            </p:cNvPr>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cxn ang="0">
                  <a:pos x="connsiteX0" y="connsiteY0"/>
                </a:cxn>
                <a:cxn ang="0">
                  <a:pos x="connsiteX1" y="connsiteY1"/>
                </a:cxn>
                <a:cxn ang="0">
                  <a:pos x="connsiteX2" y="connsiteY2"/>
                </a:cxn>
              </a:cxnLst>
              <a:rect l="l" t="t" r="r" b="b"/>
              <a:pathLst>
                <a:path w="634" h="635">
                  <a:moveTo>
                    <a:pt x="635" y="635"/>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A95D78D5-F26B-4D6A-8010-6F25DCDEA420}"/>
                </a:ext>
              </a:extLst>
            </p:cNvPr>
            <p:cNvSpPr/>
            <p:nvPr/>
          </p:nvSpPr>
          <p:spPr>
            <a:xfrm>
              <a:off x="5549276" y="1225093"/>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2EA6CE54-927E-4B72-943A-8D6DFBD3D0DF}"/>
                </a:ext>
              </a:extLst>
            </p:cNvPr>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cxn ang="0">
                  <a:pos x="connsiteX0" y="connsiteY0"/>
                </a:cxn>
                <a:cxn ang="0">
                  <a:pos x="connsiteX1" y="connsiteY1"/>
                </a:cxn>
                <a:cxn ang="0">
                  <a:pos x="connsiteX2" y="connsiteY2"/>
                </a:cxn>
              </a:cxnLst>
              <a:rect l="l" t="t" r="r" b="b"/>
              <a:pathLst>
                <a:path w="12696" h="888">
                  <a:moveTo>
                    <a:pt x="0" y="889"/>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88590B5E-A2AA-4DE5-A1C1-28894A64A298}"/>
                </a:ext>
              </a:extLst>
            </p:cNvPr>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80C90B00-9F30-4A94-9562-C6B1DF952158}"/>
                </a:ext>
              </a:extLst>
            </p:cNvPr>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6F08CD80-6939-4C1F-ABC5-7228BE3BA676}"/>
                </a:ext>
              </a:extLst>
            </p:cNvPr>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D0519E3A-1811-40B7-B877-57422A9A8D5C}"/>
                </a:ext>
              </a:extLst>
            </p:cNvPr>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1BA5CB48-9C1F-4CE2-986D-4365813F3388}"/>
                </a:ext>
              </a:extLst>
            </p:cNvPr>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B4BA4B6D-A5E7-463E-9E58-D5E59CBE33BD}"/>
                </a:ext>
              </a:extLst>
            </p:cNvPr>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FC885A14-C193-45D1-B4C5-6A8057EB8555}"/>
                </a:ext>
              </a:extLst>
            </p:cNvPr>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227EA2EF-CA49-4E99-BC12-D8AFD5A1D419}"/>
                </a:ext>
              </a:extLst>
            </p:cNvPr>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cxn ang="0">
                  <a:pos x="connsiteX0" y="connsiteY0"/>
                </a:cxn>
                <a:cxn ang="0">
                  <a:pos x="connsiteX1" y="connsiteY1"/>
                </a:cxn>
                <a:cxn ang="0">
                  <a:pos x="connsiteX2" y="connsiteY2"/>
                </a:cxn>
                <a:cxn ang="0">
                  <a:pos x="connsiteX3" y="connsiteY3"/>
                </a:cxn>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01354500-E234-42B8-9379-E7DFBD4258EE}"/>
                </a:ext>
              </a:extLst>
            </p:cNvPr>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A5306ED4-8069-4612-AABC-43308C774495}"/>
                </a:ext>
              </a:extLst>
            </p:cNvPr>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733335C4-A4F0-4973-A1BA-40112BB74C66}"/>
                </a:ext>
              </a:extLst>
            </p:cNvPr>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cxn ang="0">
                  <a:pos x="connsiteX0" y="connsiteY0"/>
                </a:cxn>
                <a:cxn ang="0">
                  <a:pos x="connsiteX1" y="connsiteY1"/>
                </a:cxn>
                <a:cxn ang="0">
                  <a:pos x="connsiteX2" y="connsiteY2"/>
                </a:cxn>
                <a:cxn ang="0">
                  <a:pos x="connsiteX3" y="connsiteY3"/>
                </a:cxn>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F19B09F9-53A3-492E-9E23-3041DA0CE44D}"/>
                </a:ext>
              </a:extLst>
            </p:cNvPr>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cxn ang="0">
                  <a:pos x="connsiteX0" y="connsiteY0"/>
                </a:cxn>
                <a:cxn ang="0">
                  <a:pos x="connsiteX1" y="connsiteY1"/>
                </a:cxn>
                <a:cxn ang="0">
                  <a:pos x="connsiteX2" y="connsiteY2"/>
                </a:cxn>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1BA72C4D-EAAD-4AA5-B96F-669C7F34FC34}"/>
                </a:ext>
              </a:extLst>
            </p:cNvPr>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cxn ang="0">
                  <a:pos x="connsiteX0" y="connsiteY0"/>
                </a:cxn>
                <a:cxn ang="0">
                  <a:pos x="connsiteX1" y="connsiteY1"/>
                </a:cxn>
                <a:cxn ang="0">
                  <a:pos x="connsiteX2" y="connsiteY2"/>
                </a:cxn>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0CD02B0-E189-4269-BE83-313848A521C3}"/>
                </a:ext>
              </a:extLst>
            </p:cNvPr>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D312358A-E142-4CB1-A611-B77D81D60DA4}"/>
                </a:ext>
              </a:extLst>
            </p:cNvPr>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16D8053F-620F-43B4-9DD3-4E629D8D71EC}"/>
                </a:ext>
              </a:extLst>
            </p:cNvPr>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30FE5E95-6AC3-49E3-95A6-BA42914E57F5}"/>
                </a:ext>
              </a:extLst>
            </p:cNvPr>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9628339E-C4C2-449B-8FEA-BD0B0CA7EAAC}"/>
                </a:ext>
              </a:extLst>
            </p:cNvPr>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cxn ang="0">
                  <a:pos x="connsiteX0" y="connsiteY0"/>
                </a:cxn>
                <a:cxn ang="0">
                  <a:pos x="connsiteX1" y="connsiteY1"/>
                </a:cxn>
                <a:cxn ang="0">
                  <a:pos x="connsiteX2" y="connsiteY2"/>
                </a:cxn>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C97C4BD3-E168-4147-A362-73E0422A9943}"/>
                </a:ext>
              </a:extLst>
            </p:cNvPr>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cxn ang="0">
                  <a:pos x="connsiteX0" y="connsiteY0"/>
                </a:cxn>
                <a:cxn ang="0">
                  <a:pos x="connsiteX1" y="connsiteY1"/>
                </a:cxn>
                <a:cxn ang="0">
                  <a:pos x="connsiteX2" y="connsiteY2"/>
                </a:cxn>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894D17D4-1E29-4AA0-815C-AB69D707D3CA}"/>
                </a:ext>
              </a:extLst>
            </p:cNvPr>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E6507F78-5F78-4A16-91A5-9B3982DF5E14}"/>
                </a:ext>
              </a:extLst>
            </p:cNvPr>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0"/>
                  </a:lnTo>
                  <a:lnTo>
                    <a:pt x="0" y="635"/>
                  </a:lnTo>
                  <a:close/>
                </a:path>
              </a:pathLst>
            </a:custGeom>
            <a:solidFill>
              <a:srgbClr val="000000"/>
            </a:solidFill>
            <a:ln w="12690"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9D84C3A3-6F86-465A-A31E-51528EB7CD5E}"/>
                </a:ext>
              </a:extLst>
            </p:cNvPr>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EA9919D-47AF-4795-8E10-3C1DA5DCCC32}"/>
                </a:ext>
              </a:extLst>
            </p:cNvPr>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cxn ang="0">
                  <a:pos x="connsiteX0" y="connsiteY0"/>
                </a:cxn>
                <a:cxn ang="0">
                  <a:pos x="connsiteX1" y="connsiteY1"/>
                </a:cxn>
                <a:cxn ang="0">
                  <a:pos x="connsiteX2" y="connsiteY2"/>
                </a:cxn>
                <a:cxn ang="0">
                  <a:pos x="connsiteX3" y="connsiteY3"/>
                </a:cxn>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AC090B7C-2FD2-4A43-A7A5-F2CB1049570D}"/>
                </a:ext>
              </a:extLst>
            </p:cNvPr>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69AD6B8A-AF28-4C12-961F-0C6EC561D582}"/>
                </a:ext>
              </a:extLst>
            </p:cNvPr>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cxn ang="0">
                  <a:pos x="connsiteX0" y="connsiteY0"/>
                </a:cxn>
                <a:cxn ang="0">
                  <a:pos x="connsiteX1" y="connsiteY1"/>
                </a:cxn>
                <a:cxn ang="0">
                  <a:pos x="connsiteX2" y="connsiteY2"/>
                </a:cxn>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E0CB2059-0114-4616-B2EB-2D1571ADD958}"/>
                </a:ext>
              </a:extLst>
            </p:cNvPr>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22593155-227D-4388-BBDF-8E6D85546973}"/>
                </a:ext>
              </a:extLst>
            </p:cNvPr>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AC787DD7-AB0D-4206-85FF-1EE86EBF8A11}"/>
                </a:ext>
              </a:extLst>
            </p:cNvPr>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35C7C518-AA2E-4B2B-9221-CB253E2B3D7A}"/>
                </a:ext>
              </a:extLst>
            </p:cNvPr>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794E8630-6A9A-44CE-BD05-7209E42308CF}"/>
                </a:ext>
              </a:extLst>
            </p:cNvPr>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cxn ang="0">
                  <a:pos x="connsiteX0" y="connsiteY0"/>
                </a:cxn>
                <a:cxn ang="0">
                  <a:pos x="connsiteX1" y="connsiteY1"/>
                </a:cxn>
                <a:cxn ang="0">
                  <a:pos x="connsiteX2" y="connsiteY2"/>
                </a:cxn>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rtlCol="0" anchor="ctr"/>
            <a:lstStyle/>
            <a:p>
              <a:endParaRPr lang="en-US" dirty="0"/>
            </a:p>
          </p:txBody>
        </p:sp>
        <p:sp>
          <p:nvSpPr>
            <p:cNvPr id="530" name="Freeform: Shape 529">
              <a:extLst>
                <a:ext uri="{FF2B5EF4-FFF2-40B4-BE49-F238E27FC236}">
                  <a16:creationId xmlns:a16="http://schemas.microsoft.com/office/drawing/2014/main" id="{AEE64439-8EE6-432B-80C0-926FD0C3CB09}"/>
                </a:ext>
              </a:extLst>
            </p:cNvPr>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94DC7205-73D8-41F2-8707-75C22064304F}"/>
                </a:ext>
              </a:extLst>
            </p:cNvPr>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cxn ang="0">
                  <a:pos x="connsiteX0" y="connsiteY0"/>
                </a:cxn>
                <a:cxn ang="0">
                  <a:pos x="connsiteX1" y="connsiteY1"/>
                </a:cxn>
                <a:cxn ang="0">
                  <a:pos x="connsiteX2" y="connsiteY2"/>
                </a:cxn>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17D58846-AB51-4324-AA25-7188492B38B9}"/>
                </a:ext>
              </a:extLst>
            </p:cNvPr>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cxn ang="0">
                  <a:pos x="connsiteX0" y="connsiteY0"/>
                </a:cxn>
                <a:cxn ang="0">
                  <a:pos x="connsiteX1" y="connsiteY1"/>
                </a:cxn>
                <a:cxn ang="0">
                  <a:pos x="connsiteX2" y="connsiteY2"/>
                </a:cxn>
                <a:cxn ang="0">
                  <a:pos x="connsiteX3" y="connsiteY3"/>
                </a:cxn>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880E0F3D-9E93-42D7-BCB4-37514957C5FF}"/>
                </a:ext>
              </a:extLst>
            </p:cNvPr>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889"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03D6C66E-DC5F-4672-96B4-9C990ABF1456}"/>
                </a:ext>
              </a:extLst>
            </p:cNvPr>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cxn ang="0">
                  <a:pos x="connsiteX0" y="connsiteY0"/>
                </a:cxn>
                <a:cxn ang="0">
                  <a:pos x="connsiteX1" y="connsiteY1"/>
                </a:cxn>
                <a:cxn ang="0">
                  <a:pos x="connsiteX2" y="connsiteY2"/>
                </a:cxn>
              </a:cxnLst>
              <a:rect l="l" t="t" r="r" b="b"/>
              <a:pathLst>
                <a:path w="888" h="12696">
                  <a:moveTo>
                    <a:pt x="0" y="0"/>
                  </a:moveTo>
                  <a:lnTo>
                    <a:pt x="889"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965E7175-3120-42A1-BD91-91165FD9440A}"/>
                </a:ext>
              </a:extLst>
            </p:cNvPr>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362A6FF1-2A61-4074-AA53-7A03532C6760}"/>
                </a:ext>
              </a:extLst>
            </p:cNvPr>
            <p:cNvSpPr/>
            <p:nvPr/>
          </p:nvSpPr>
          <p:spPr>
            <a:xfrm>
              <a:off x="6117205" y="291885"/>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0E53A99C-D931-4B97-B8B8-F37DEFFCA969}"/>
                </a:ext>
              </a:extLst>
            </p:cNvPr>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6CFCB3CB-8196-4B1E-A729-739027447423}"/>
                </a:ext>
              </a:extLst>
            </p:cNvPr>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B4AED7C0-0D1B-4A17-A324-38B5FDFBC3BD}"/>
                </a:ext>
              </a:extLst>
            </p:cNvPr>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F23CEAAA-7FBB-48C5-8E19-A5BA0A01E37F}"/>
                </a:ext>
              </a:extLst>
            </p:cNvPr>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04B7A516-29C3-4C37-AFF2-C297459F8832}"/>
                </a:ext>
              </a:extLst>
            </p:cNvPr>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cxn ang="0">
                  <a:pos x="connsiteX0" y="connsiteY0"/>
                </a:cxn>
                <a:cxn ang="0">
                  <a:pos x="connsiteX1" y="connsiteY1"/>
                </a:cxn>
                <a:cxn ang="0">
                  <a:pos x="connsiteX2" y="connsiteY2"/>
                </a:cxn>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rtlCol="0" anchor="ctr"/>
            <a:lstStyle/>
            <a:p>
              <a:endParaRPr lang="en-US" dirty="0"/>
            </a:p>
          </p:txBody>
        </p:sp>
        <p:sp>
          <p:nvSpPr>
            <p:cNvPr id="807" name="Freeform 806">
              <a:extLst>
                <a:ext uri="{FF2B5EF4-FFF2-40B4-BE49-F238E27FC236}">
                  <a16:creationId xmlns:a16="http://schemas.microsoft.com/office/drawing/2014/main" id="{2B053F69-4645-CC09-81FA-FEE8DA57DD97}"/>
                </a:ext>
              </a:extLst>
            </p:cNvPr>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805" name="Freeform 804">
              <a:extLst>
                <a:ext uri="{FF2B5EF4-FFF2-40B4-BE49-F238E27FC236}">
                  <a16:creationId xmlns:a16="http://schemas.microsoft.com/office/drawing/2014/main" id="{6A455F2E-C95D-C0C6-4699-32D861181A07}"/>
                </a:ext>
              </a:extLst>
            </p:cNvPr>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557" name="Freeform: Shape 556">
              <a:extLst>
                <a:ext uri="{FF2B5EF4-FFF2-40B4-BE49-F238E27FC236}">
                  <a16:creationId xmlns:a16="http://schemas.microsoft.com/office/drawing/2014/main" id="{26CF45D7-1225-478A-9D53-FD476387FC7B}"/>
                </a:ext>
              </a:extLst>
            </p:cNvPr>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55CD4A31-97D6-4203-833B-B83BD8969BEF}"/>
                </a:ext>
              </a:extLst>
            </p:cNvPr>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cxn ang="0">
                  <a:pos x="connsiteX0" y="connsiteY0"/>
                </a:cxn>
                <a:cxn ang="0">
                  <a:pos x="connsiteX1" y="connsiteY1"/>
                </a:cxn>
                <a:cxn ang="0">
                  <a:pos x="connsiteX2" y="connsiteY2"/>
                </a:cxn>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30A07E9A-D7BF-4BE3-91AB-8756980A0F3D}"/>
                </a:ext>
              </a:extLst>
            </p:cNvPr>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D6B2FCFB-99B8-48D1-984E-D887679D6885}"/>
                </a:ext>
              </a:extLst>
            </p:cNvPr>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F3B873D0-E326-4AD9-8BDB-C0124BBCCB2D}"/>
                </a:ext>
              </a:extLst>
            </p:cNvPr>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3329C669-5158-4B59-8F3D-C70309B79591}"/>
                </a:ext>
              </a:extLst>
            </p:cNvPr>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cxn ang="0">
                  <a:pos x="connsiteX0" y="connsiteY0"/>
                </a:cxn>
                <a:cxn ang="0">
                  <a:pos x="connsiteX1" y="connsiteY1"/>
                </a:cxn>
                <a:cxn ang="0">
                  <a:pos x="connsiteX2" y="connsiteY2"/>
                </a:cxn>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C0180C1A-B8A0-465D-8409-9805C17AEF7D}"/>
                </a:ext>
              </a:extLst>
            </p:cNvPr>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cxn ang="0">
                  <a:pos x="connsiteX0" y="connsiteY0"/>
                </a:cxn>
                <a:cxn ang="0">
                  <a:pos x="connsiteX1" y="connsiteY1"/>
                </a:cxn>
                <a:cxn ang="0">
                  <a:pos x="connsiteX2" y="connsiteY2"/>
                </a:cxn>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8AB68D1F-6E7A-4BE6-A5A2-C93C08A132E2}"/>
                </a:ext>
              </a:extLst>
            </p:cNvPr>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04097F6A-BBCD-42A8-9B12-FDA539928EFC}"/>
                </a:ext>
              </a:extLst>
            </p:cNvPr>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3B68B931-EE14-47B2-A600-D760E722CC5C}"/>
                </a:ext>
              </a:extLst>
            </p:cNvPr>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92B17FA7-823C-402E-B484-CF6E90BE926B}"/>
                </a:ext>
              </a:extLst>
            </p:cNvPr>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325EAD3D-658D-49FD-87E2-79BB7520E290}"/>
                </a:ext>
              </a:extLst>
            </p:cNvPr>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CE2E845E-6E70-49AB-94B8-94F3C01425F0}"/>
                </a:ext>
              </a:extLst>
            </p:cNvPr>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CE09F9A6-13EB-49E1-9849-771472751E85}"/>
                </a:ext>
              </a:extLst>
            </p:cNvPr>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CF0B6847-19D7-48C0-86BA-A1CDA198E9B9}"/>
                </a:ext>
              </a:extLst>
            </p:cNvPr>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7A0D1969-2309-4527-B565-0D382ACAE20A}"/>
                </a:ext>
              </a:extLst>
            </p:cNvPr>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0A5D9D3E-7913-4F41-9245-F3F8CFB57DFC}"/>
                </a:ext>
              </a:extLst>
            </p:cNvPr>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6F433BA3-B2E0-456B-A0B6-481438B9997A}"/>
                </a:ext>
              </a:extLst>
            </p:cNvPr>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cxn ang="0">
                  <a:pos x="connsiteX0" y="connsiteY0"/>
                </a:cxn>
                <a:cxn ang="0">
                  <a:pos x="connsiteX1" y="connsiteY1"/>
                </a:cxn>
                <a:cxn ang="0">
                  <a:pos x="connsiteX2" y="connsiteY2"/>
                </a:cxn>
                <a:cxn ang="0">
                  <a:pos x="connsiteX3" y="connsiteY3"/>
                </a:cxn>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6D9E2D1F-52BC-4F16-B043-6F54EF066A6B}"/>
                </a:ext>
              </a:extLst>
            </p:cNvPr>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851A2706-F22E-4245-BA88-DC99D77E414B}"/>
                </a:ext>
              </a:extLst>
            </p:cNvPr>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47E8660C-2934-424D-8975-FA77D4983B30}"/>
                </a:ext>
              </a:extLst>
            </p:cNvPr>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5025475E-C4F9-444D-900C-5530FCC025E8}"/>
                </a:ext>
              </a:extLst>
            </p:cNvPr>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B60D164B-7B29-4FF3-A199-2A7C1E3CF597}"/>
                </a:ext>
              </a:extLst>
            </p:cNvPr>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cxn ang="0">
                  <a:pos x="connsiteX0" y="connsiteY0"/>
                </a:cxn>
                <a:cxn ang="0">
                  <a:pos x="connsiteX1" y="connsiteY1"/>
                </a:cxn>
                <a:cxn ang="0">
                  <a:pos x="connsiteX2" y="connsiteY2"/>
                </a:cxn>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9BA5C683-F0E6-4E49-AF39-5A5CA0168BC9}"/>
                </a:ext>
              </a:extLst>
            </p:cNvPr>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AB3DE9B2-4448-4FC7-B443-424CBC1AE4FA}"/>
                </a:ext>
              </a:extLst>
            </p:cNvPr>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FAB2F728-3C32-4318-AC0A-B150D6855D1D}"/>
                </a:ext>
              </a:extLst>
            </p:cNvPr>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BDA095EC-B11E-4EB7-BF5B-85AA4DBD80FF}"/>
                </a:ext>
              </a:extLst>
            </p:cNvPr>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44AC4327-2457-4D5A-A280-A716BD0AA1B4}"/>
                </a:ext>
              </a:extLst>
            </p:cNvPr>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cxn ang="0">
                  <a:pos x="connsiteX0" y="connsiteY0"/>
                </a:cxn>
                <a:cxn ang="0">
                  <a:pos x="connsiteX1" y="connsiteY1"/>
                </a:cxn>
                <a:cxn ang="0">
                  <a:pos x="connsiteX2" y="connsiteY2"/>
                </a:cxn>
                <a:cxn ang="0">
                  <a:pos x="connsiteX3" y="connsiteY3"/>
                </a:cxn>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8BA86C55-201D-4337-AB76-A435B2B64EF3}"/>
                </a:ext>
              </a:extLst>
            </p:cNvPr>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245BD389-1219-4FF1-A2C0-026F97288269}"/>
                </a:ext>
              </a:extLst>
            </p:cNvPr>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cxn ang="0">
                  <a:pos x="connsiteX0" y="connsiteY0"/>
                </a:cxn>
                <a:cxn ang="0">
                  <a:pos x="connsiteX1" y="connsiteY1"/>
                </a:cxn>
                <a:cxn ang="0">
                  <a:pos x="connsiteX2" y="connsiteY2"/>
                </a:cxn>
                <a:cxn ang="0">
                  <a:pos x="connsiteX3" y="connsiteY3"/>
                </a:cxn>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BB2DA4D3-F128-4DAF-A6B6-3076BE338450}"/>
                </a:ext>
              </a:extLst>
            </p:cNvPr>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3F70F715-DD14-4EF5-81B4-4487578EDD35}"/>
                </a:ext>
              </a:extLst>
            </p:cNvPr>
            <p:cNvSpPr/>
            <p:nvPr/>
          </p:nvSpPr>
          <p:spPr>
            <a:xfrm>
              <a:off x="11823031" y="836320"/>
              <a:ext cx="1015" cy="12696"/>
            </a:xfrm>
            <a:custGeom>
              <a:avLst/>
              <a:gdLst>
                <a:gd name="connsiteX0" fmla="*/ 1016 w 1015"/>
                <a:gd name="connsiteY0" fmla="*/ 0 h 12696"/>
                <a:gd name="connsiteX1" fmla="*/ 0 w 1015"/>
                <a:gd name="connsiteY1" fmla="*/ 0 h 12696"/>
              </a:gdLst>
              <a:ahLst/>
              <a:cxnLst>
                <a:cxn ang="0">
                  <a:pos x="connsiteX0" y="connsiteY0"/>
                </a:cxn>
                <a:cxn ang="0">
                  <a:pos x="connsiteX1" y="connsiteY1"/>
                </a:cxn>
              </a:cxnLst>
              <a:rect l="l" t="t" r="r" b="b"/>
              <a:pathLst>
                <a:path w="1015" h="12696">
                  <a:moveTo>
                    <a:pt x="1016"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E77407F8-1976-435F-A68A-5CD4B4DBCE1C}"/>
                </a:ext>
              </a:extLst>
            </p:cNvPr>
            <p:cNvSpPr/>
            <p:nvPr/>
          </p:nvSpPr>
          <p:spPr>
            <a:xfrm>
              <a:off x="11821762" y="83581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A9DB3EA9-7164-4EC5-913F-8863ED6E91F9}"/>
                </a:ext>
              </a:extLst>
            </p:cNvPr>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12F5818C-E85F-4390-8E48-AB01B0FBC282}"/>
                </a:ext>
              </a:extLst>
            </p:cNvPr>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4B3BF30F-7B0C-4BAB-B653-181E409E56DB}"/>
                </a:ext>
              </a:extLst>
            </p:cNvPr>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cxn ang="0">
                  <a:pos x="connsiteX0" y="connsiteY0"/>
                </a:cxn>
                <a:cxn ang="0">
                  <a:pos x="connsiteX1" y="connsiteY1"/>
                </a:cxn>
                <a:cxn ang="0">
                  <a:pos x="connsiteX2" y="connsiteY2"/>
                </a:cxn>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EC7A4833-191C-4412-BE9D-7206A7DB3E8A}"/>
                </a:ext>
              </a:extLst>
            </p:cNvPr>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731C477D-FC59-4663-8F6C-458C450A099F}"/>
                </a:ext>
              </a:extLst>
            </p:cNvPr>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0A8CF1FF-C7A4-47D3-9914-232F1747CB92}"/>
                </a:ext>
              </a:extLst>
            </p:cNvPr>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4FA93D4E-4F58-425A-A7D3-CC83EB6AACDB}"/>
                </a:ext>
              </a:extLst>
            </p:cNvPr>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5E7C36D-DA35-4CAD-8A69-F15DFF0CBC58}"/>
                </a:ext>
              </a:extLst>
            </p:cNvPr>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cxn ang="0">
                  <a:pos x="connsiteX0" y="connsiteY0"/>
                </a:cxn>
                <a:cxn ang="0">
                  <a:pos x="connsiteX1" y="connsiteY1"/>
                </a:cxn>
                <a:cxn ang="0">
                  <a:pos x="connsiteX2" y="connsiteY2"/>
                </a:cxn>
              </a:cxnLst>
              <a:rect l="l" t="t" r="r" b="b"/>
              <a:pathLst>
                <a:path w="12696" h="761">
                  <a:moveTo>
                    <a:pt x="0" y="762"/>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BE552C46-0DB1-4BC6-A93B-636D23778941}"/>
                </a:ext>
              </a:extLst>
            </p:cNvPr>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F6140378-FDFB-4031-A37C-0834971DC2B1}"/>
                </a:ext>
              </a:extLst>
            </p:cNvPr>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040D2034-7E6D-47A8-BAC2-ACD318784616}"/>
                </a:ext>
              </a:extLst>
            </p:cNvPr>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1A6DB887-4D10-4528-AE08-66E71BBF71D9}"/>
                </a:ext>
              </a:extLst>
            </p:cNvPr>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43D53B88-0CC9-4C2E-8D81-2ED89E137BEA}"/>
                </a:ext>
              </a:extLst>
            </p:cNvPr>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cxn ang="0">
                  <a:pos x="connsiteX0" y="connsiteY0"/>
                </a:cxn>
                <a:cxn ang="0">
                  <a:pos x="connsiteX1" y="connsiteY1"/>
                </a:cxn>
                <a:cxn ang="0">
                  <a:pos x="connsiteX2" y="connsiteY2"/>
                </a:cxn>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6450B234-A296-4771-B7D8-B2E5D74E20C2}"/>
                </a:ext>
              </a:extLst>
            </p:cNvPr>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cxn ang="0">
                  <a:pos x="connsiteX0" y="connsiteY0"/>
                </a:cxn>
                <a:cxn ang="0">
                  <a:pos x="connsiteX1" y="connsiteY1"/>
                </a:cxn>
                <a:cxn ang="0">
                  <a:pos x="connsiteX2" y="connsiteY2"/>
                </a:cxn>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D31C1287-2B78-4D81-A929-C72993856B18}"/>
                </a:ext>
              </a:extLst>
            </p:cNvPr>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cxn ang="0">
                  <a:pos x="connsiteX0" y="connsiteY0"/>
                </a:cxn>
                <a:cxn ang="0">
                  <a:pos x="connsiteX1" y="connsiteY1"/>
                </a:cxn>
                <a:cxn ang="0">
                  <a:pos x="connsiteX2" y="connsiteY2"/>
                </a:cxn>
                <a:cxn ang="0">
                  <a:pos x="connsiteX3" y="connsiteY3"/>
                </a:cxn>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33F8F802-FCE8-4FE3-8704-39D2B5FADC89}"/>
                </a:ext>
              </a:extLst>
            </p:cNvPr>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00F383F2-495A-4D04-8C0B-5CD541B370FC}"/>
                </a:ext>
              </a:extLst>
            </p:cNvPr>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3A5CB5C7-2174-4571-8F04-ABC313A4C6D2}"/>
                </a:ext>
              </a:extLst>
            </p:cNvPr>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056E8007-D843-4FB7-AA9E-1BEC565C6666}"/>
                </a:ext>
              </a:extLst>
            </p:cNvPr>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cxn ang="0">
                  <a:pos x="connsiteX0" y="connsiteY0"/>
                </a:cxn>
                <a:cxn ang="0">
                  <a:pos x="connsiteX1" y="connsiteY1"/>
                </a:cxn>
                <a:cxn ang="0">
                  <a:pos x="connsiteX2" y="connsiteY2"/>
                </a:cxn>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792DEF78-5B52-4AB5-98E5-4766575947E3}"/>
                </a:ext>
              </a:extLst>
            </p:cNvPr>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0372DF7C-7C4E-4099-A7D6-7571AF2C13A0}"/>
                </a:ext>
              </a:extLst>
            </p:cNvPr>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44A7381D-AB02-43E2-BB2B-6F049DC067C1}"/>
                </a:ext>
              </a:extLst>
            </p:cNvPr>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5221CEDD-2E0C-4609-8D6B-A1CDBE79C16D}"/>
                </a:ext>
              </a:extLst>
            </p:cNvPr>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cxn ang="0">
                  <a:pos x="connsiteX0" y="connsiteY0"/>
                </a:cxn>
                <a:cxn ang="0">
                  <a:pos x="connsiteX1" y="connsiteY1"/>
                </a:cxn>
                <a:cxn ang="0">
                  <a:pos x="connsiteX2" y="connsiteY2"/>
                </a:cxn>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CB23C1D4-C987-48AC-B43C-8CEADAEB4A38}"/>
                </a:ext>
              </a:extLst>
            </p:cNvPr>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177334C3-6332-4795-A390-2B4AF7593E57}"/>
                </a:ext>
              </a:extLst>
            </p:cNvPr>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B0446DA4-CFE1-4C49-A455-7800BC5CE3D1}"/>
                </a:ext>
              </a:extLst>
            </p:cNvPr>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cxn ang="0">
                  <a:pos x="connsiteX0" y="connsiteY0"/>
                </a:cxn>
                <a:cxn ang="0">
                  <a:pos x="connsiteX1" y="connsiteY1"/>
                </a:cxn>
                <a:cxn ang="0">
                  <a:pos x="connsiteX2" y="connsiteY2"/>
                </a:cxn>
                <a:cxn ang="0">
                  <a:pos x="connsiteX3" y="connsiteY3"/>
                </a:cxn>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31138C6C-D77C-4334-A389-3900C21ADE94}"/>
                </a:ext>
              </a:extLst>
            </p:cNvPr>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cxn ang="0">
                  <a:pos x="connsiteX0" y="connsiteY0"/>
                </a:cxn>
                <a:cxn ang="0">
                  <a:pos x="connsiteX1" y="connsiteY1"/>
                </a:cxn>
                <a:cxn ang="0">
                  <a:pos x="connsiteX2" y="connsiteY2"/>
                </a:cxn>
              </a:cxnLst>
              <a:rect l="l" t="t" r="r" b="b"/>
              <a:pathLst>
                <a:path w="761" h="12696">
                  <a:moveTo>
                    <a:pt x="762"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173768AE-7D92-4476-8FCE-96D9F89B922E}"/>
                </a:ext>
              </a:extLst>
            </p:cNvPr>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4E7F41C0-86B3-49E0-A57E-BB3C8A043AAE}"/>
                </a:ext>
              </a:extLst>
            </p:cNvPr>
            <p:cNvSpPr/>
            <p:nvPr/>
          </p:nvSpPr>
          <p:spPr>
            <a:xfrm>
              <a:off x="11996470" y="2135066"/>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1AAAAAB8-20D9-4473-A362-4A086692941E}"/>
                </a:ext>
              </a:extLst>
            </p:cNvPr>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49B2F375-282B-4950-8FD8-9322439E1F5F}"/>
                </a:ext>
              </a:extLst>
            </p:cNvPr>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3DBDF205-6BB2-409C-B048-6CA3279A6C58}"/>
                </a:ext>
              </a:extLst>
            </p:cNvPr>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cxn ang="0">
                  <a:pos x="connsiteX0" y="connsiteY0"/>
                </a:cxn>
                <a:cxn ang="0">
                  <a:pos x="connsiteX1" y="connsiteY1"/>
                </a:cxn>
                <a:cxn ang="0">
                  <a:pos x="connsiteX2" y="connsiteY2"/>
                </a:cxn>
              </a:cxnLst>
              <a:rect l="l" t="t" r="r" b="b"/>
              <a:pathLst>
                <a:path w="761" h="761">
                  <a:moveTo>
                    <a:pt x="0" y="0"/>
                  </a:moveTo>
                  <a:lnTo>
                    <a:pt x="0" y="0"/>
                  </a:lnTo>
                  <a:lnTo>
                    <a:pt x="762" y="762"/>
                  </a:lnTo>
                  <a:close/>
                </a:path>
              </a:pathLst>
            </a:custGeom>
            <a:solidFill>
              <a:srgbClr val="000000"/>
            </a:solidFill>
            <a:ln w="12690"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75FFA951-A196-499F-90BE-BAF5D7EE6A96}"/>
                </a:ext>
              </a:extLst>
            </p:cNvPr>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BFFECB4C-1852-4902-AC84-48B96FCD144A}"/>
                </a:ext>
              </a:extLst>
            </p:cNvPr>
            <p:cNvSpPr/>
            <p:nvPr/>
          </p:nvSpPr>
          <p:spPr>
            <a:xfrm>
              <a:off x="11997613" y="2137732"/>
              <a:ext cx="12696" cy="12696"/>
            </a:xfrm>
            <a:custGeom>
              <a:avLst/>
              <a:gdLst>
                <a:gd name="connsiteX0" fmla="*/ 0 w 12696"/>
                <a:gd name="connsiteY0" fmla="*/ 0 h 12696"/>
                <a:gd name="connsiteX1" fmla="*/ 0 w 12696"/>
                <a:gd name="connsiteY1" fmla="*/ 0 h 12696"/>
              </a:gdLst>
              <a:ahLst/>
              <a:cxnLst>
                <a:cxn ang="0">
                  <a:pos x="connsiteX0" y="connsiteY0"/>
                </a:cxn>
                <a:cxn ang="0">
                  <a:pos x="connsiteX1" y="connsiteY1"/>
                </a:cxn>
              </a:cxnLst>
              <a:rect l="l" t="t" r="r" b="b"/>
              <a:pathLst>
                <a:path w="12696" h="12696">
                  <a:moveTo>
                    <a:pt x="0" y="0"/>
                  </a:moveTo>
                  <a:lnTo>
                    <a:pt x="0" y="0"/>
                  </a:lnTo>
                  <a:close/>
                </a:path>
              </a:pathLst>
            </a:custGeom>
            <a:solidFill>
              <a:srgbClr val="000000"/>
            </a:solidFill>
            <a:ln w="12690"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1BE4CAD1-5DB1-4B4F-B9A4-2D1417066C50}"/>
                </a:ext>
              </a:extLst>
            </p:cNvPr>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cxn ang="0">
                  <a:pos x="connsiteX0" y="connsiteY0"/>
                </a:cxn>
                <a:cxn ang="0">
                  <a:pos x="connsiteX1" y="connsiteY1"/>
                </a:cxn>
                <a:cxn ang="0">
                  <a:pos x="connsiteX2" y="connsiteY2"/>
                </a:cxn>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CFAACC4C-16FD-4FE9-AFAF-4ECD6BA01BA3}"/>
                </a:ext>
              </a:extLst>
            </p:cNvPr>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983B2806-5AF7-4B7C-845D-37C299292607}"/>
                </a:ext>
              </a:extLst>
            </p:cNvPr>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69EF44AA-6FE1-43DC-8A6B-285AB8EFAF35}"/>
                </a:ext>
              </a:extLst>
            </p:cNvPr>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cxn ang="0">
                  <a:pos x="connsiteX0" y="connsiteY0"/>
                </a:cxn>
                <a:cxn ang="0">
                  <a:pos x="connsiteX1" y="connsiteY1"/>
                </a:cxn>
                <a:cxn ang="0">
                  <a:pos x="connsiteX2" y="connsiteY2"/>
                </a:cxn>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AA63E7BA-40A6-4277-B9A8-779C9D50D67B}"/>
                </a:ext>
              </a:extLst>
            </p:cNvPr>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lnTo>
                    <a:pt x="0" y="0"/>
                  </a:lnTo>
                  <a:lnTo>
                    <a:pt x="0" y="0"/>
                  </a:lnTo>
                  <a:close/>
                </a:path>
              </a:pathLst>
            </a:custGeom>
            <a:solidFill>
              <a:srgbClr val="000000"/>
            </a:solidFill>
            <a:ln w="12690"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466FB710-8F73-466D-BA61-870BC92A5C9A}"/>
                </a:ext>
              </a:extLst>
            </p:cNvPr>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cxn ang="0">
                  <a:pos x="connsiteX0" y="connsiteY0"/>
                </a:cxn>
                <a:cxn ang="0">
                  <a:pos x="connsiteX1" y="connsiteY1"/>
                </a:cxn>
                <a:cxn ang="0">
                  <a:pos x="connsiteX2" y="connsiteY2"/>
                </a:cxn>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F3369068-6428-4A3A-AB08-1AD9F35580C5}"/>
                </a:ext>
              </a:extLst>
            </p:cNvPr>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5CCF168C-7F0C-41E2-BB50-3CAEBCCEF006}"/>
                </a:ext>
              </a:extLst>
            </p:cNvPr>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18796FA-2604-4AC4-9618-3B2EC95BE084}"/>
                </a:ext>
              </a:extLst>
            </p:cNvPr>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cxn ang="0">
                  <a:pos x="connsiteX0" y="connsiteY0"/>
                </a:cxn>
                <a:cxn ang="0">
                  <a:pos x="connsiteX1" y="connsiteY1"/>
                </a:cxn>
                <a:cxn ang="0">
                  <a:pos x="connsiteX2" y="connsiteY2"/>
                </a:cxn>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ACDE445B-CBAC-4AAF-88E3-3A80E815A33F}"/>
                </a:ext>
              </a:extLst>
            </p:cNvPr>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cxn ang="0">
                  <a:pos x="connsiteX0" y="connsiteY0"/>
                </a:cxn>
                <a:cxn ang="0">
                  <a:pos x="connsiteX1" y="connsiteY1"/>
                </a:cxn>
                <a:cxn ang="0">
                  <a:pos x="connsiteX2" y="connsiteY2"/>
                </a:cxn>
                <a:cxn ang="0">
                  <a:pos x="connsiteX3" y="connsiteY3"/>
                </a:cxn>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A5F97951-B24C-487D-BCEB-38DAFA3A8F52}"/>
                </a:ext>
              </a:extLst>
            </p:cNvPr>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cxn ang="0">
                  <a:pos x="connsiteX0" y="connsiteY0"/>
                </a:cxn>
                <a:cxn ang="0">
                  <a:pos x="connsiteX1" y="connsiteY1"/>
                </a:cxn>
                <a:cxn ang="0">
                  <a:pos x="connsiteX2" y="connsiteY2"/>
                </a:cxn>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53C6B81E-7F4D-430A-BA35-384A9F3DA008}"/>
                </a:ext>
              </a:extLst>
            </p:cNvPr>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943BBFE7-0B84-446A-BE40-DD3671B31D11}"/>
                </a:ext>
              </a:extLst>
            </p:cNvPr>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7DAE9C85-0B6D-405B-8AFC-4B194DE54046}"/>
                </a:ext>
              </a:extLst>
            </p:cNvPr>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cxn ang="0">
                  <a:pos x="connsiteX0" y="connsiteY0"/>
                </a:cxn>
                <a:cxn ang="0">
                  <a:pos x="connsiteX1" y="connsiteY1"/>
                </a:cxn>
                <a:cxn ang="0">
                  <a:pos x="connsiteX2" y="connsiteY2"/>
                </a:cxn>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341BFD5-0C39-414D-A02F-11275A84E86F}"/>
                </a:ext>
              </a:extLst>
            </p:cNvPr>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957CD6AA-B64C-4035-8DBB-F9494D161B61}"/>
                </a:ext>
              </a:extLst>
            </p:cNvPr>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4D165065-B22C-4305-A1B7-3508D67B6882}"/>
                </a:ext>
              </a:extLst>
            </p:cNvPr>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cxn ang="0">
                  <a:pos x="connsiteX0" y="connsiteY0"/>
                </a:cxn>
                <a:cxn ang="0">
                  <a:pos x="connsiteX1" y="connsiteY1"/>
                </a:cxn>
                <a:cxn ang="0">
                  <a:pos x="connsiteX2" y="connsiteY2"/>
                </a:cxn>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F2B85CB5-61C1-44B8-9825-A2472BB1649A}"/>
                </a:ext>
              </a:extLst>
            </p:cNvPr>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cxn ang="0">
                  <a:pos x="connsiteX0" y="connsiteY0"/>
                </a:cxn>
                <a:cxn ang="0">
                  <a:pos x="connsiteX1" y="connsiteY1"/>
                </a:cxn>
                <a:cxn ang="0">
                  <a:pos x="connsiteX2" y="connsiteY2"/>
                </a:cxn>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935F2256-7B90-47EB-885D-9CFBA1B18BDD}"/>
                </a:ext>
              </a:extLst>
            </p:cNvPr>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8C7207F2-0C92-4CEA-B004-5B339852F28E}"/>
                </a:ext>
              </a:extLst>
            </p:cNvPr>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F212344B-9E7D-45ED-B90E-6848FB7EBA65}"/>
                </a:ext>
              </a:extLst>
            </p:cNvPr>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cxn ang="0">
                  <a:pos x="connsiteX0" y="connsiteY0"/>
                </a:cxn>
                <a:cxn ang="0">
                  <a:pos x="connsiteX1" y="connsiteY1"/>
                </a:cxn>
                <a:cxn ang="0">
                  <a:pos x="connsiteX2" y="connsiteY2"/>
                </a:cxn>
                <a:cxn ang="0">
                  <a:pos x="connsiteX3" y="connsiteY3"/>
                </a:cxn>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11FA837D-6E68-47F5-A307-EF2F983ED2CE}"/>
                </a:ext>
              </a:extLst>
            </p:cNvPr>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FF3BFB68-2EF1-49E3-B0CA-155D238B464B}"/>
                </a:ext>
              </a:extLst>
            </p:cNvPr>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C9C1DC1E-5A93-4723-9452-FAE670995B0B}"/>
                </a:ext>
              </a:extLst>
            </p:cNvPr>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14D74880-161F-4FDF-A12D-1DE769BA6089}"/>
                </a:ext>
              </a:extLst>
            </p:cNvPr>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74B98E08-3332-445B-AB2E-71DE885CBE42}"/>
                </a:ext>
              </a:extLst>
            </p:cNvPr>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B1889F87-AE1E-4B38-BD29-9359CF5881A6}"/>
                </a:ext>
              </a:extLst>
            </p:cNvPr>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035C74EC-84A5-40F4-B82A-725834FC0241}"/>
                </a:ext>
              </a:extLst>
            </p:cNvPr>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57F60F63-9FB3-4059-9278-9ADF5468C486}"/>
                </a:ext>
              </a:extLst>
            </p:cNvPr>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3E07789D-D840-4937-ACFC-D521ECE81736}"/>
                </a:ext>
              </a:extLst>
            </p:cNvPr>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cxn ang="0">
                  <a:pos x="connsiteX0" y="connsiteY0"/>
                </a:cxn>
                <a:cxn ang="0">
                  <a:pos x="connsiteX1" y="connsiteY1"/>
                </a:cxn>
                <a:cxn ang="0">
                  <a:pos x="connsiteX2" y="connsiteY2"/>
                </a:cxn>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6AAB312E-4CB1-452D-BFC5-8C176D723F6F}"/>
                </a:ext>
              </a:extLst>
            </p:cNvPr>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6E47ADDE-C601-4FFE-8BE1-3A785F358604}"/>
                </a:ext>
              </a:extLst>
            </p:cNvPr>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cxn ang="0">
                  <a:pos x="connsiteX0" y="connsiteY0"/>
                </a:cxn>
                <a:cxn ang="0">
                  <a:pos x="connsiteX1" y="connsiteY1"/>
                </a:cxn>
                <a:cxn ang="0">
                  <a:pos x="connsiteX2" y="connsiteY2"/>
                </a:cxn>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4D99BDBF-544E-4799-882E-F0560BECC1E7}"/>
                </a:ext>
              </a:extLst>
            </p:cNvPr>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3BD441C6-EB70-4E7A-808D-0F1B70A3A3E2}"/>
                </a:ext>
              </a:extLst>
            </p:cNvPr>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AAC41EFD-4C88-45E3-A223-4037D72DA6D0}"/>
                </a:ext>
              </a:extLst>
            </p:cNvPr>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35E1C776-0A05-4AE5-B209-CCA5D7422557}"/>
                </a:ext>
              </a:extLst>
            </p:cNvPr>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rtlCol="0" anchor="ctr"/>
            <a:lstStyle/>
            <a:p>
              <a:endParaRPr lang="en-US" dirty="0"/>
            </a:p>
          </p:txBody>
        </p:sp>
        <p:sp>
          <p:nvSpPr>
            <p:cNvPr id="701" name="Freeform: Shape 700">
              <a:extLst>
                <a:ext uri="{FF2B5EF4-FFF2-40B4-BE49-F238E27FC236}">
                  <a16:creationId xmlns:a16="http://schemas.microsoft.com/office/drawing/2014/main" id="{0F941348-6D8F-4783-A2F1-B930F3F930F9}"/>
                </a:ext>
              </a:extLst>
            </p:cNvPr>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02" name="Freeform: Shape 701">
              <a:extLst>
                <a:ext uri="{FF2B5EF4-FFF2-40B4-BE49-F238E27FC236}">
                  <a16:creationId xmlns:a16="http://schemas.microsoft.com/office/drawing/2014/main" id="{80D40C5F-B081-4DE6-86FA-43B3EB016CCC}"/>
                </a:ext>
              </a:extLst>
            </p:cNvPr>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03" name="Freeform: Shape 702">
              <a:extLst>
                <a:ext uri="{FF2B5EF4-FFF2-40B4-BE49-F238E27FC236}">
                  <a16:creationId xmlns:a16="http://schemas.microsoft.com/office/drawing/2014/main" id="{909B4451-0F04-435A-B998-7A1BC9B457A3}"/>
                </a:ext>
              </a:extLst>
            </p:cNvPr>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cxn ang="0">
                  <a:pos x="connsiteX0" y="connsiteY0"/>
                </a:cxn>
                <a:cxn ang="0">
                  <a:pos x="connsiteX1" y="connsiteY1"/>
                </a:cxn>
                <a:cxn ang="0">
                  <a:pos x="connsiteX2" y="connsiteY2"/>
                </a:cxn>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rtlCol="0" anchor="ctr"/>
            <a:lstStyle/>
            <a:p>
              <a:endParaRPr lang="en-US" dirty="0"/>
            </a:p>
          </p:txBody>
        </p:sp>
        <p:sp>
          <p:nvSpPr>
            <p:cNvPr id="704" name="Freeform: Shape 703">
              <a:extLst>
                <a:ext uri="{FF2B5EF4-FFF2-40B4-BE49-F238E27FC236}">
                  <a16:creationId xmlns:a16="http://schemas.microsoft.com/office/drawing/2014/main" id="{ABEE547E-08E0-41F3-AE96-F479A64E8954}"/>
                </a:ext>
              </a:extLst>
            </p:cNvPr>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cxn ang="0">
                  <a:pos x="connsiteX0" y="connsiteY0"/>
                </a:cxn>
                <a:cxn ang="0">
                  <a:pos x="connsiteX1" y="connsiteY1"/>
                </a:cxn>
                <a:cxn ang="0">
                  <a:pos x="connsiteX2" y="connsiteY2"/>
                </a:cxn>
                <a:cxn ang="0">
                  <a:pos x="connsiteX3" y="connsiteY3"/>
                </a:cxn>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rtlCol="0" anchor="ctr"/>
            <a:lstStyle/>
            <a:p>
              <a:endParaRPr lang="en-US" dirty="0"/>
            </a:p>
          </p:txBody>
        </p:sp>
        <p:sp>
          <p:nvSpPr>
            <p:cNvPr id="705" name="Freeform: Shape 704">
              <a:extLst>
                <a:ext uri="{FF2B5EF4-FFF2-40B4-BE49-F238E27FC236}">
                  <a16:creationId xmlns:a16="http://schemas.microsoft.com/office/drawing/2014/main" id="{54EEA97B-538B-4E20-B7A6-F750FF528304}"/>
                </a:ext>
              </a:extLst>
            </p:cNvPr>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cxn ang="0">
                  <a:pos x="connsiteX0" y="connsiteY0"/>
                </a:cxn>
                <a:cxn ang="0">
                  <a:pos x="connsiteX1" y="connsiteY1"/>
                </a:cxn>
                <a:cxn ang="0">
                  <a:pos x="connsiteX2" y="connsiteY2"/>
                </a:cxn>
              </a:cxnLst>
              <a:rect l="l" t="t" r="r" b="b"/>
              <a:pathLst>
                <a:path w="12696" h="761">
                  <a:moveTo>
                    <a:pt x="0" y="0"/>
                  </a:moveTo>
                  <a:lnTo>
                    <a:pt x="0" y="0"/>
                  </a:lnTo>
                  <a:lnTo>
                    <a:pt x="0" y="762"/>
                  </a:lnTo>
                  <a:close/>
                </a:path>
              </a:pathLst>
            </a:custGeom>
            <a:solidFill>
              <a:srgbClr val="000000"/>
            </a:solidFill>
            <a:ln w="12690" cap="flat">
              <a:noFill/>
              <a:prstDash val="solid"/>
              <a:miter/>
            </a:ln>
          </p:spPr>
          <p:txBody>
            <a:bodyPr rtlCol="0" anchor="ctr"/>
            <a:lstStyle/>
            <a:p>
              <a:endParaRPr lang="en-US" dirty="0"/>
            </a:p>
          </p:txBody>
        </p:sp>
        <p:sp>
          <p:nvSpPr>
            <p:cNvPr id="706" name="Freeform: Shape 705">
              <a:extLst>
                <a:ext uri="{FF2B5EF4-FFF2-40B4-BE49-F238E27FC236}">
                  <a16:creationId xmlns:a16="http://schemas.microsoft.com/office/drawing/2014/main" id="{B461FD70-C730-4772-9C0D-A3DBEE295955}"/>
                </a:ext>
              </a:extLst>
            </p:cNvPr>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rtlCol="0" anchor="ctr"/>
            <a:lstStyle/>
            <a:p>
              <a:endParaRPr lang="en-US" dirty="0"/>
            </a:p>
          </p:txBody>
        </p:sp>
        <p:sp>
          <p:nvSpPr>
            <p:cNvPr id="707" name="Freeform: Shape 706">
              <a:extLst>
                <a:ext uri="{FF2B5EF4-FFF2-40B4-BE49-F238E27FC236}">
                  <a16:creationId xmlns:a16="http://schemas.microsoft.com/office/drawing/2014/main" id="{2A12B2EA-5B29-4E71-BE05-43E95C9F6AE2}"/>
                </a:ext>
              </a:extLst>
            </p:cNvPr>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rtlCol="0" anchor="ctr"/>
            <a:lstStyle/>
            <a:p>
              <a:endParaRPr lang="en-US" dirty="0"/>
            </a:p>
          </p:txBody>
        </p:sp>
        <p:sp>
          <p:nvSpPr>
            <p:cNvPr id="708" name="Freeform: Shape 707">
              <a:extLst>
                <a:ext uri="{FF2B5EF4-FFF2-40B4-BE49-F238E27FC236}">
                  <a16:creationId xmlns:a16="http://schemas.microsoft.com/office/drawing/2014/main" id="{949618D4-43B2-4C4E-82D6-09D3C6FF7EB4}"/>
                </a:ext>
              </a:extLst>
            </p:cNvPr>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rtlCol="0" anchor="ctr"/>
            <a:lstStyle/>
            <a:p>
              <a:endParaRPr lang="en-US" dirty="0"/>
            </a:p>
          </p:txBody>
        </p:sp>
        <p:sp>
          <p:nvSpPr>
            <p:cNvPr id="714" name="Freeform: Shape 713">
              <a:extLst>
                <a:ext uri="{FF2B5EF4-FFF2-40B4-BE49-F238E27FC236}">
                  <a16:creationId xmlns:a16="http://schemas.microsoft.com/office/drawing/2014/main" id="{2A9D05B7-39EA-4BC1-B9BF-34B3C71B4EDB}"/>
                </a:ext>
              </a:extLst>
            </p:cNvPr>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rtlCol="0" anchor="ctr"/>
            <a:lstStyle/>
            <a:p>
              <a:endParaRPr lang="en-US" dirty="0"/>
            </a:p>
          </p:txBody>
        </p:sp>
        <p:sp>
          <p:nvSpPr>
            <p:cNvPr id="715" name="Freeform: Shape 714">
              <a:extLst>
                <a:ext uri="{FF2B5EF4-FFF2-40B4-BE49-F238E27FC236}">
                  <a16:creationId xmlns:a16="http://schemas.microsoft.com/office/drawing/2014/main" id="{183C82C2-1DF9-445F-8AAC-4001E0F304D4}"/>
                </a:ext>
              </a:extLst>
            </p:cNvPr>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rtlCol="0" anchor="ctr"/>
            <a:lstStyle/>
            <a:p>
              <a:endParaRPr lang="en-US" dirty="0"/>
            </a:p>
          </p:txBody>
        </p:sp>
        <p:sp>
          <p:nvSpPr>
            <p:cNvPr id="716" name="Freeform: Shape 715">
              <a:extLst>
                <a:ext uri="{FF2B5EF4-FFF2-40B4-BE49-F238E27FC236}">
                  <a16:creationId xmlns:a16="http://schemas.microsoft.com/office/drawing/2014/main" id="{1DFCC81D-0F06-4C36-B7F7-8B0DF020A3FF}"/>
                </a:ext>
              </a:extLst>
            </p:cNvPr>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rtlCol="0" anchor="ctr"/>
            <a:lstStyle/>
            <a:p>
              <a:endParaRPr lang="en-US" dirty="0"/>
            </a:p>
          </p:txBody>
        </p:sp>
        <p:sp>
          <p:nvSpPr>
            <p:cNvPr id="717" name="Freeform: Shape 716">
              <a:extLst>
                <a:ext uri="{FF2B5EF4-FFF2-40B4-BE49-F238E27FC236}">
                  <a16:creationId xmlns:a16="http://schemas.microsoft.com/office/drawing/2014/main" id="{77DB7119-EAA1-4164-A8E2-48DCB639408E}"/>
                </a:ext>
              </a:extLst>
            </p:cNvPr>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rtlCol="0" anchor="ctr"/>
            <a:lstStyle/>
            <a:p>
              <a:endParaRPr lang="en-US" dirty="0"/>
            </a:p>
          </p:txBody>
        </p:sp>
        <p:sp>
          <p:nvSpPr>
            <p:cNvPr id="718" name="Freeform: Shape 717">
              <a:extLst>
                <a:ext uri="{FF2B5EF4-FFF2-40B4-BE49-F238E27FC236}">
                  <a16:creationId xmlns:a16="http://schemas.microsoft.com/office/drawing/2014/main" id="{0A9BE9E3-A008-4D5A-AE7A-BD5F6105228E}"/>
                </a:ext>
              </a:extLst>
            </p:cNvPr>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rtlCol="0" anchor="ctr"/>
            <a:lstStyle/>
            <a:p>
              <a:endParaRPr lang="en-US" dirty="0"/>
            </a:p>
          </p:txBody>
        </p:sp>
        <p:sp>
          <p:nvSpPr>
            <p:cNvPr id="719" name="Freeform: Shape 718">
              <a:extLst>
                <a:ext uri="{FF2B5EF4-FFF2-40B4-BE49-F238E27FC236}">
                  <a16:creationId xmlns:a16="http://schemas.microsoft.com/office/drawing/2014/main" id="{7C4CBCDE-5C4B-48FF-B565-4594B564EA27}"/>
                </a:ext>
              </a:extLst>
            </p:cNvPr>
            <p:cNvSpPr/>
            <p:nvPr/>
          </p:nvSpPr>
          <p:spPr>
            <a:xfrm>
              <a:off x="5828804" y="1080097"/>
              <a:ext cx="56" cy="112"/>
            </a:xfrm>
            <a:custGeom>
              <a:avLst/>
              <a:gdLst>
                <a:gd name="connsiteX0" fmla="*/ 56 w 56"/>
                <a:gd name="connsiteY0" fmla="*/ 0 h 112"/>
                <a:gd name="connsiteX1" fmla="*/ 56 w 56"/>
                <a:gd name="connsiteY1" fmla="*/ 0 h 112"/>
              </a:gdLst>
              <a:ahLst/>
              <a:cxnLst>
                <a:cxn ang="0">
                  <a:pos x="connsiteX0" y="connsiteY0"/>
                </a:cxn>
                <a:cxn ang="0">
                  <a:pos x="connsiteX1" y="connsiteY1"/>
                </a:cxn>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rtlCol="0" anchor="ctr"/>
            <a:lstStyle/>
            <a:p>
              <a:endParaRPr lang="en-US" dirty="0"/>
            </a:p>
          </p:txBody>
        </p:sp>
        <p:sp>
          <p:nvSpPr>
            <p:cNvPr id="720" name="Freeform: Shape 719">
              <a:extLst>
                <a:ext uri="{FF2B5EF4-FFF2-40B4-BE49-F238E27FC236}">
                  <a16:creationId xmlns:a16="http://schemas.microsoft.com/office/drawing/2014/main" id="{945CC8B0-9DA6-4453-8238-3C7B940C3745}"/>
                </a:ext>
              </a:extLst>
            </p:cNvPr>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rtlCol="0" anchor="ctr"/>
            <a:lstStyle/>
            <a:p>
              <a:endParaRPr lang="en-US" dirty="0"/>
            </a:p>
          </p:txBody>
        </p:sp>
        <p:sp>
          <p:nvSpPr>
            <p:cNvPr id="721" name="Freeform: Shape 720">
              <a:extLst>
                <a:ext uri="{FF2B5EF4-FFF2-40B4-BE49-F238E27FC236}">
                  <a16:creationId xmlns:a16="http://schemas.microsoft.com/office/drawing/2014/main" id="{9A994E7B-10AF-484C-ADFA-C14261C5A163}"/>
                </a:ext>
              </a:extLst>
            </p:cNvPr>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rtlCol="0" anchor="ctr"/>
            <a:lstStyle/>
            <a:p>
              <a:endParaRPr lang="en-US" dirty="0"/>
            </a:p>
          </p:txBody>
        </p:sp>
        <p:sp>
          <p:nvSpPr>
            <p:cNvPr id="722" name="Freeform: Shape 721">
              <a:extLst>
                <a:ext uri="{FF2B5EF4-FFF2-40B4-BE49-F238E27FC236}">
                  <a16:creationId xmlns:a16="http://schemas.microsoft.com/office/drawing/2014/main" id="{44B5B517-A8E4-480F-AB6E-72F4080C9C5B}"/>
                </a:ext>
              </a:extLst>
            </p:cNvPr>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rtlCol="0" anchor="ctr"/>
            <a:lstStyle/>
            <a:p>
              <a:endParaRPr lang="en-US" dirty="0"/>
            </a:p>
          </p:txBody>
        </p:sp>
        <p:sp>
          <p:nvSpPr>
            <p:cNvPr id="723" name="Freeform: Shape 722">
              <a:extLst>
                <a:ext uri="{FF2B5EF4-FFF2-40B4-BE49-F238E27FC236}">
                  <a16:creationId xmlns:a16="http://schemas.microsoft.com/office/drawing/2014/main" id="{DEEC75BB-7248-482B-BBA2-540E689472A9}"/>
                </a:ext>
              </a:extLst>
            </p:cNvPr>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cxn ang="0">
                  <a:pos x="connsiteX0" y="connsiteY0"/>
                </a:cxn>
                <a:cxn ang="0">
                  <a:pos x="connsiteX1" y="connsiteY1"/>
                </a:cxn>
                <a:cxn ang="0">
                  <a:pos x="connsiteX2" y="connsiteY2"/>
                </a:cxn>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rtlCol="0" anchor="ctr"/>
            <a:lstStyle/>
            <a:p>
              <a:endParaRPr lang="en-US" dirty="0"/>
            </a:p>
          </p:txBody>
        </p:sp>
        <p:sp>
          <p:nvSpPr>
            <p:cNvPr id="724" name="Freeform: Shape 723">
              <a:extLst>
                <a:ext uri="{FF2B5EF4-FFF2-40B4-BE49-F238E27FC236}">
                  <a16:creationId xmlns:a16="http://schemas.microsoft.com/office/drawing/2014/main" id="{1492BD59-30C8-422F-A12B-B95C823D1B27}"/>
                </a:ext>
              </a:extLst>
            </p:cNvPr>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rtlCol="0" anchor="ctr"/>
            <a:lstStyle/>
            <a:p>
              <a:endParaRPr lang="en-US" dirty="0"/>
            </a:p>
          </p:txBody>
        </p:sp>
        <p:sp>
          <p:nvSpPr>
            <p:cNvPr id="725" name="Freeform: Shape 724">
              <a:extLst>
                <a:ext uri="{FF2B5EF4-FFF2-40B4-BE49-F238E27FC236}">
                  <a16:creationId xmlns:a16="http://schemas.microsoft.com/office/drawing/2014/main" id="{142A60C0-8D69-44A2-9609-0CFFCA9E6D93}"/>
                </a:ext>
              </a:extLst>
            </p:cNvPr>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rtlCol="0" anchor="ctr"/>
            <a:lstStyle/>
            <a:p>
              <a:endParaRPr lang="en-US" dirty="0"/>
            </a:p>
          </p:txBody>
        </p:sp>
        <p:sp>
          <p:nvSpPr>
            <p:cNvPr id="726" name="Freeform: Shape 725">
              <a:extLst>
                <a:ext uri="{FF2B5EF4-FFF2-40B4-BE49-F238E27FC236}">
                  <a16:creationId xmlns:a16="http://schemas.microsoft.com/office/drawing/2014/main" id="{1DE00E54-98AC-4A3F-B0E3-992AA7214A8D}"/>
                </a:ext>
              </a:extLst>
            </p:cNvPr>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rtlCol="0" anchor="ctr"/>
            <a:lstStyle/>
            <a:p>
              <a:endParaRPr lang="en-US" dirty="0"/>
            </a:p>
          </p:txBody>
        </p:sp>
        <p:sp>
          <p:nvSpPr>
            <p:cNvPr id="727" name="Freeform: Shape 726">
              <a:extLst>
                <a:ext uri="{FF2B5EF4-FFF2-40B4-BE49-F238E27FC236}">
                  <a16:creationId xmlns:a16="http://schemas.microsoft.com/office/drawing/2014/main" id="{26AC623A-4A38-4F2C-B722-407D2A0CD891}"/>
                </a:ext>
              </a:extLst>
            </p:cNvPr>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rtlCol="0" anchor="ctr"/>
            <a:lstStyle/>
            <a:p>
              <a:endParaRPr lang="en-US" dirty="0"/>
            </a:p>
          </p:txBody>
        </p:sp>
        <p:sp>
          <p:nvSpPr>
            <p:cNvPr id="728" name="Freeform: Shape 727">
              <a:extLst>
                <a:ext uri="{FF2B5EF4-FFF2-40B4-BE49-F238E27FC236}">
                  <a16:creationId xmlns:a16="http://schemas.microsoft.com/office/drawing/2014/main" id="{2088FE65-24AD-4FFF-B5AF-CAB60B00F579}"/>
                </a:ext>
              </a:extLst>
            </p:cNvPr>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rtlCol="0" anchor="ctr"/>
            <a:lstStyle/>
            <a:p>
              <a:endParaRPr lang="en-US" dirty="0"/>
            </a:p>
          </p:txBody>
        </p:sp>
        <p:sp>
          <p:nvSpPr>
            <p:cNvPr id="729" name="Freeform: Shape 728">
              <a:extLst>
                <a:ext uri="{FF2B5EF4-FFF2-40B4-BE49-F238E27FC236}">
                  <a16:creationId xmlns:a16="http://schemas.microsoft.com/office/drawing/2014/main" id="{C18496C0-DEAD-4355-A064-105D4855579B}"/>
                </a:ext>
              </a:extLst>
            </p:cNvPr>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rtlCol="0" anchor="ctr"/>
            <a:lstStyle/>
            <a:p>
              <a:endParaRPr lang="en-US" dirty="0"/>
            </a:p>
          </p:txBody>
        </p:sp>
        <p:sp>
          <p:nvSpPr>
            <p:cNvPr id="730" name="Freeform: Shape 729">
              <a:extLst>
                <a:ext uri="{FF2B5EF4-FFF2-40B4-BE49-F238E27FC236}">
                  <a16:creationId xmlns:a16="http://schemas.microsoft.com/office/drawing/2014/main" id="{EB7CFA7B-91F3-40C8-B98F-5911D71F4E4E}"/>
                </a:ext>
              </a:extLst>
            </p:cNvPr>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rtlCol="0" anchor="ctr"/>
            <a:lstStyle/>
            <a:p>
              <a:endParaRPr lang="en-US" dirty="0"/>
            </a:p>
          </p:txBody>
        </p:sp>
        <p:sp>
          <p:nvSpPr>
            <p:cNvPr id="731" name="Freeform: Shape 730">
              <a:extLst>
                <a:ext uri="{FF2B5EF4-FFF2-40B4-BE49-F238E27FC236}">
                  <a16:creationId xmlns:a16="http://schemas.microsoft.com/office/drawing/2014/main" id="{4E7BA0FF-AB2A-4D81-95FF-DF5070D04B7A}"/>
                </a:ext>
              </a:extLst>
            </p:cNvPr>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rtlCol="0" anchor="ctr"/>
            <a:lstStyle/>
            <a:p>
              <a:endParaRPr lang="en-US" dirty="0"/>
            </a:p>
          </p:txBody>
        </p:sp>
        <p:sp>
          <p:nvSpPr>
            <p:cNvPr id="732" name="Freeform: Shape 731">
              <a:extLst>
                <a:ext uri="{FF2B5EF4-FFF2-40B4-BE49-F238E27FC236}">
                  <a16:creationId xmlns:a16="http://schemas.microsoft.com/office/drawing/2014/main" id="{F9BF2A24-1BAC-43F3-9C92-344CCA2FF239}"/>
                </a:ext>
              </a:extLst>
            </p:cNvPr>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rtlCol="0" anchor="ctr"/>
            <a:lstStyle/>
            <a:p>
              <a:endParaRPr lang="en-US" dirty="0"/>
            </a:p>
          </p:txBody>
        </p:sp>
        <p:sp>
          <p:nvSpPr>
            <p:cNvPr id="735" name="Freeform: Shape 734">
              <a:extLst>
                <a:ext uri="{FF2B5EF4-FFF2-40B4-BE49-F238E27FC236}">
                  <a16:creationId xmlns:a16="http://schemas.microsoft.com/office/drawing/2014/main" id="{66D04349-AD2D-4631-B8BF-E311C86FFC7B}"/>
                </a:ext>
              </a:extLst>
            </p:cNvPr>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rtlCol="0" anchor="ctr"/>
            <a:lstStyle/>
            <a:p>
              <a:endParaRPr lang="en-US" dirty="0"/>
            </a:p>
          </p:txBody>
        </p:sp>
        <p:sp>
          <p:nvSpPr>
            <p:cNvPr id="736" name="Freeform: Shape 735">
              <a:extLst>
                <a:ext uri="{FF2B5EF4-FFF2-40B4-BE49-F238E27FC236}">
                  <a16:creationId xmlns:a16="http://schemas.microsoft.com/office/drawing/2014/main" id="{BDA53237-8FFC-4DAD-BD59-6604DA1E09B8}"/>
                </a:ext>
              </a:extLst>
            </p:cNvPr>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rtlCol="0" anchor="ctr"/>
            <a:lstStyle/>
            <a:p>
              <a:endParaRPr lang="en-US" dirty="0"/>
            </a:p>
          </p:txBody>
        </p:sp>
        <p:sp>
          <p:nvSpPr>
            <p:cNvPr id="787" name="Freeform 786">
              <a:extLst>
                <a:ext uri="{FF2B5EF4-FFF2-40B4-BE49-F238E27FC236}">
                  <a16:creationId xmlns:a16="http://schemas.microsoft.com/office/drawing/2014/main" id="{590AA2E1-0474-EB08-6589-3593E4C77CB1}"/>
                </a:ext>
              </a:extLst>
            </p:cNvPr>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51" name="Freeform: Shape 750">
              <a:extLst>
                <a:ext uri="{FF2B5EF4-FFF2-40B4-BE49-F238E27FC236}">
                  <a16:creationId xmlns:a16="http://schemas.microsoft.com/office/drawing/2014/main" id="{FD054846-01C8-4BBA-B082-7E9B2A75BB9F}"/>
                </a:ext>
              </a:extLst>
            </p:cNvPr>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rtlCol="0" anchor="ctr"/>
            <a:lstStyle/>
            <a:p>
              <a:endParaRPr lang="en-US" dirty="0"/>
            </a:p>
          </p:txBody>
        </p:sp>
        <p:sp>
          <p:nvSpPr>
            <p:cNvPr id="752" name="Freeform: Shape 751">
              <a:extLst>
                <a:ext uri="{FF2B5EF4-FFF2-40B4-BE49-F238E27FC236}">
                  <a16:creationId xmlns:a16="http://schemas.microsoft.com/office/drawing/2014/main" id="{C7847FD4-6269-47ED-89AF-C458AC0E5E88}"/>
                </a:ext>
              </a:extLst>
            </p:cNvPr>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rtlCol="0" anchor="ctr"/>
            <a:lstStyle/>
            <a:p>
              <a:endParaRPr lang="en-US" dirty="0"/>
            </a:p>
          </p:txBody>
        </p:sp>
        <p:sp>
          <p:nvSpPr>
            <p:cNvPr id="753" name="Freeform: Shape 752">
              <a:extLst>
                <a:ext uri="{FF2B5EF4-FFF2-40B4-BE49-F238E27FC236}">
                  <a16:creationId xmlns:a16="http://schemas.microsoft.com/office/drawing/2014/main" id="{64B7AEA1-440F-4EA8-8099-581A06416A77}"/>
                </a:ext>
              </a:extLst>
            </p:cNvPr>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rtlCol="0" anchor="ctr"/>
            <a:lstStyle/>
            <a:p>
              <a:endParaRPr lang="en-US" dirty="0"/>
            </a:p>
          </p:txBody>
        </p:sp>
        <p:sp>
          <p:nvSpPr>
            <p:cNvPr id="754" name="Freeform: Shape 753">
              <a:extLst>
                <a:ext uri="{FF2B5EF4-FFF2-40B4-BE49-F238E27FC236}">
                  <a16:creationId xmlns:a16="http://schemas.microsoft.com/office/drawing/2014/main" id="{0B0085C4-6E0D-4395-8AEA-621DC4AB11BD}"/>
                </a:ext>
              </a:extLst>
            </p:cNvPr>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rtlCol="0" anchor="ctr"/>
            <a:lstStyle/>
            <a:p>
              <a:endParaRPr lang="en-US" dirty="0"/>
            </a:p>
          </p:txBody>
        </p:sp>
        <p:sp>
          <p:nvSpPr>
            <p:cNvPr id="755" name="Freeform: Shape 754">
              <a:extLst>
                <a:ext uri="{FF2B5EF4-FFF2-40B4-BE49-F238E27FC236}">
                  <a16:creationId xmlns:a16="http://schemas.microsoft.com/office/drawing/2014/main" id="{FBDF651E-537F-40B3-8F4F-4AEC1BAEC4B0}"/>
                </a:ext>
              </a:extLst>
            </p:cNvPr>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rtlCol="0" anchor="ctr"/>
            <a:lstStyle/>
            <a:p>
              <a:endParaRPr lang="en-US" dirty="0"/>
            </a:p>
          </p:txBody>
        </p:sp>
        <p:sp>
          <p:nvSpPr>
            <p:cNvPr id="814" name="Freeform 813">
              <a:extLst>
                <a:ext uri="{FF2B5EF4-FFF2-40B4-BE49-F238E27FC236}">
                  <a16:creationId xmlns:a16="http://schemas.microsoft.com/office/drawing/2014/main" id="{EC028D00-36CF-FFB5-08EF-4C1A78592E51}"/>
                </a:ext>
              </a:extLst>
            </p:cNvPr>
            <p:cNvSpPr/>
            <p:nvPr userDrawn="1"/>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rtlCol="0" anchor="ctr">
              <a:noAutofit/>
            </a:bodyPr>
            <a:lstStyle/>
            <a:p>
              <a:endParaRPr lang="en-US" dirty="0"/>
            </a:p>
          </p:txBody>
        </p:sp>
        <p:sp>
          <p:nvSpPr>
            <p:cNvPr id="764" name="Freeform: Shape 763">
              <a:extLst>
                <a:ext uri="{FF2B5EF4-FFF2-40B4-BE49-F238E27FC236}">
                  <a16:creationId xmlns:a16="http://schemas.microsoft.com/office/drawing/2014/main" id="{BAB207BB-8243-47FD-BE62-62478D7B6416}"/>
                </a:ext>
              </a:extLst>
            </p:cNvPr>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rtlCol="0" anchor="ctr"/>
            <a:lstStyle/>
            <a:p>
              <a:endParaRPr lang="en-US" dirty="0"/>
            </a:p>
          </p:txBody>
        </p:sp>
        <p:sp>
          <p:nvSpPr>
            <p:cNvPr id="765" name="Freeform: Shape 764">
              <a:extLst>
                <a:ext uri="{FF2B5EF4-FFF2-40B4-BE49-F238E27FC236}">
                  <a16:creationId xmlns:a16="http://schemas.microsoft.com/office/drawing/2014/main" id="{08D4CF98-F3E0-42EE-8BD2-546342DC4119}"/>
                </a:ext>
              </a:extLst>
            </p:cNvPr>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rtlCol="0" anchor="ctr"/>
            <a:lstStyle/>
            <a:p>
              <a:endParaRPr lang="en-US" dirty="0"/>
            </a:p>
          </p:txBody>
        </p:sp>
        <p:sp>
          <p:nvSpPr>
            <p:cNvPr id="766" name="Freeform: Shape 765">
              <a:extLst>
                <a:ext uri="{FF2B5EF4-FFF2-40B4-BE49-F238E27FC236}">
                  <a16:creationId xmlns:a16="http://schemas.microsoft.com/office/drawing/2014/main" id="{8CA05530-47BE-49E0-AB90-D694BEAAB189}"/>
                </a:ext>
              </a:extLst>
            </p:cNvPr>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rtlCol="0" anchor="ctr"/>
            <a:lstStyle/>
            <a:p>
              <a:endParaRPr lang="en-US" dirty="0"/>
            </a:p>
          </p:txBody>
        </p:sp>
        <p:sp>
          <p:nvSpPr>
            <p:cNvPr id="767" name="Freeform: Shape 766">
              <a:extLst>
                <a:ext uri="{FF2B5EF4-FFF2-40B4-BE49-F238E27FC236}">
                  <a16:creationId xmlns:a16="http://schemas.microsoft.com/office/drawing/2014/main" id="{9BCBCFF9-1CA2-4448-807B-27D1448C457F}"/>
                </a:ext>
              </a:extLst>
            </p:cNvPr>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rtlCol="0" anchor="ctr"/>
            <a:lstStyle/>
            <a:p>
              <a:endParaRPr lang="en-US" dirty="0"/>
            </a:p>
          </p:txBody>
        </p:sp>
        <p:sp>
          <p:nvSpPr>
            <p:cNvPr id="768" name="Freeform: Shape 767">
              <a:extLst>
                <a:ext uri="{FF2B5EF4-FFF2-40B4-BE49-F238E27FC236}">
                  <a16:creationId xmlns:a16="http://schemas.microsoft.com/office/drawing/2014/main" id="{265774CC-696B-445B-AA4C-F38CFC9B63CE}"/>
                </a:ext>
              </a:extLst>
            </p:cNvPr>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rtlCol="0" anchor="ctr"/>
            <a:lstStyle/>
            <a:p>
              <a:endParaRPr lang="en-US" dirty="0"/>
            </a:p>
          </p:txBody>
        </p:sp>
        <p:sp>
          <p:nvSpPr>
            <p:cNvPr id="771" name="Freeform: Shape 770">
              <a:extLst>
                <a:ext uri="{FF2B5EF4-FFF2-40B4-BE49-F238E27FC236}">
                  <a16:creationId xmlns:a16="http://schemas.microsoft.com/office/drawing/2014/main" id="{B046EE65-8231-4BDE-B3A5-FAD8D3A14A81}"/>
                </a:ext>
              </a:extLst>
            </p:cNvPr>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rtlCol="0" anchor="ctr"/>
            <a:lstStyle/>
            <a:p>
              <a:endParaRPr lang="en-US" dirty="0"/>
            </a:p>
          </p:txBody>
        </p:sp>
        <p:sp>
          <p:nvSpPr>
            <p:cNvPr id="772" name="Freeform: Shape 771">
              <a:extLst>
                <a:ext uri="{FF2B5EF4-FFF2-40B4-BE49-F238E27FC236}">
                  <a16:creationId xmlns:a16="http://schemas.microsoft.com/office/drawing/2014/main" id="{4C10230A-092E-4BDD-9BAF-E57D2664D0E6}"/>
                </a:ext>
              </a:extLst>
            </p:cNvPr>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591659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1">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95" r:id="rId3"/>
    <p:sldLayoutId id="2147483696"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651" r:id="rId13"/>
  </p:sldLayoutIdLst>
  <p:hf hdr="0" ftr="0" dt="0"/>
  <p:txStyles>
    <p:titleStyle>
      <a:lvl1pPr algn="l" defTabSz="914400" rtl="0" eaLnBrk="1" latinLnBrk="0" hangingPunct="1">
        <a:lnSpc>
          <a:spcPct val="90000"/>
        </a:lnSpc>
        <a:spcBef>
          <a:spcPct val="0"/>
        </a:spcBef>
        <a:buNone/>
        <a:defRPr sz="3800" b="1"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3.xml"/><Relationship Id="rId1" Type="http://schemas.openxmlformats.org/officeDocument/2006/relationships/video" Target="https://www.youtube.com/embed/A9G2Qlll8UA?feature=oemb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heic"/><Relationship Id="rId2" Type="http://schemas.openxmlformats.org/officeDocument/2006/relationships/image" Target="../media/image18.heic"/><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11.xml"/><Relationship Id="rId1" Type="http://schemas.openxmlformats.org/officeDocument/2006/relationships/video" Target="https://www.youtube.com/embed/WbdPSL64WPw?feature=oembed"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iWecEjVP61E" TargetMode="External"/><Relationship Id="rId2" Type="http://schemas.openxmlformats.org/officeDocument/2006/relationships/hyperlink" Target="https://www.bbc.com/culture/article/20211021-dune-review-a-sci-fi-epic-%20%20%20like-no-other" TargetMode="External"/><Relationship Id="rId1" Type="http://schemas.openxmlformats.org/officeDocument/2006/relationships/slideLayout" Target="../slideLayouts/slideLayout11.xml"/><Relationship Id="rId5" Type="http://schemas.openxmlformats.org/officeDocument/2006/relationships/hyperlink" Target="https://nofilmschool.com/scope-and-scale-in-screenwriting" TargetMode="External"/><Relationship Id="rId4" Type="http://schemas.openxmlformats.org/officeDocument/2006/relationships/hyperlink" Target="https://www.instagram.com/daily_cinematography_/p/DAzHmjyTpMu/"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lage of images of a person standing on a wall&#10;&#10;AI-generated content may be incorrect.">
            <a:extLst>
              <a:ext uri="{FF2B5EF4-FFF2-40B4-BE49-F238E27FC236}">
                <a16:creationId xmlns:a16="http://schemas.microsoft.com/office/drawing/2014/main" id="{63E5215E-3419-F770-7BC4-3DB53836B5D0}"/>
              </a:ext>
            </a:extLst>
          </p:cNvPr>
          <p:cNvPicPr>
            <a:picLocks noChangeAspect="1"/>
          </p:cNvPicPr>
          <p:nvPr/>
        </p:nvPicPr>
        <p:blipFill>
          <a:blip r:embed="rId2"/>
          <a:stretch>
            <a:fillRect/>
          </a:stretch>
        </p:blipFill>
        <p:spPr>
          <a:xfrm>
            <a:off x="6191908" y="0"/>
            <a:ext cx="5559278" cy="6858000"/>
          </a:xfrm>
          <a:prstGeom prst="rect">
            <a:avLst/>
          </a:prstGeom>
        </p:spPr>
      </p:pic>
      <p:sp>
        <p:nvSpPr>
          <p:cNvPr id="3" name="Title 2">
            <a:extLst>
              <a:ext uri="{FF2B5EF4-FFF2-40B4-BE49-F238E27FC236}">
                <a16:creationId xmlns:a16="http://schemas.microsoft.com/office/drawing/2014/main" id="{2BE0BCE3-7A85-71CE-E027-A8E454AF1454}"/>
              </a:ext>
            </a:extLst>
          </p:cNvPr>
          <p:cNvSpPr>
            <a:spLocks noGrp="1"/>
          </p:cNvSpPr>
          <p:nvPr>
            <p:ph type="ctrTitle"/>
          </p:nvPr>
        </p:nvSpPr>
        <p:spPr>
          <a:xfrm>
            <a:off x="6071616" y="960120"/>
            <a:ext cx="5221224" cy="3056343"/>
          </a:xfrm>
        </p:spPr>
        <p:txBody>
          <a:bodyPr/>
          <a:lstStyle/>
          <a:p>
            <a:pPr marL="0" marR="0" algn="ctr">
              <a:lnSpc>
                <a:spcPct val="110000"/>
              </a:lnSpc>
              <a:spcAft>
                <a:spcPts val="2400"/>
              </a:spcAft>
            </a:pPr>
            <a:r>
              <a:rPr lang="en-US" sz="1800" cap="all" dirty="0">
                <a:solidFill>
                  <a:schemeClr val="bg1"/>
                </a:solidFill>
                <a:effectLst/>
                <a:latin typeface="Constantia" panose="02030602050306030303" pitchFamily="18" charset="0"/>
                <a:ea typeface="Times New Roman" panose="02020603050405020304" pitchFamily="18" charset="0"/>
                <a:cs typeface="Times New Roman" panose="02020603050405020304" pitchFamily="18" charset="0"/>
              </a:rPr>
              <a:t>The art of scale: a Study on Dennis Villeneuve and implementation of scale as a storytelling technique</a:t>
            </a:r>
            <a:endParaRPr lang="en-IN" sz="1800" cap="all" dirty="0">
              <a:solidFill>
                <a:schemeClr val="bg1"/>
              </a:solidFill>
              <a:effectLst/>
              <a:latin typeface="Constantia" panose="02030602050306030303"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3DC9A-28AB-AEA2-D623-942E0C4A9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750B7-6FBB-B8BD-05C1-A223D239CEE9}"/>
              </a:ext>
            </a:extLst>
          </p:cNvPr>
          <p:cNvSpPr>
            <a:spLocks noGrp="1"/>
          </p:cNvSpPr>
          <p:nvPr>
            <p:ph type="title"/>
          </p:nvPr>
        </p:nvSpPr>
        <p:spPr>
          <a:xfrm>
            <a:off x="893064" y="72518"/>
            <a:ext cx="8297380" cy="1326514"/>
          </a:xfrm>
        </p:spPr>
        <p:txBody>
          <a:bodyPr/>
          <a:lstStyle/>
          <a:p>
            <a:r>
              <a:rPr lang="en-US" dirty="0"/>
              <a:t>Denis Villeneuve </a:t>
            </a:r>
          </a:p>
        </p:txBody>
      </p:sp>
      <p:sp>
        <p:nvSpPr>
          <p:cNvPr id="7" name="Text Placeholder 6">
            <a:extLst>
              <a:ext uri="{FF2B5EF4-FFF2-40B4-BE49-F238E27FC236}">
                <a16:creationId xmlns:a16="http://schemas.microsoft.com/office/drawing/2014/main" id="{BAA25794-7F8B-5F9A-850D-94E5A54F4D2D}"/>
              </a:ext>
            </a:extLst>
          </p:cNvPr>
          <p:cNvSpPr>
            <a:spLocks noGrp="1"/>
          </p:cNvSpPr>
          <p:nvPr>
            <p:ph type="body" sz="quarter" idx="13"/>
          </p:nvPr>
        </p:nvSpPr>
        <p:spPr>
          <a:xfrm>
            <a:off x="865631" y="2072640"/>
            <a:ext cx="8324089" cy="3493008"/>
          </a:xfrm>
        </p:spPr>
        <p:txBody>
          <a:bodyPr/>
          <a:lstStyle/>
          <a:p>
            <a:pPr marL="0" indent="0">
              <a:buNone/>
            </a:pPr>
            <a:r>
              <a:rPr lang="en-US"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Dennis Villeneuve is a prominent Canadian director who employs visual scale not only as a spectacle but as a narrative and emotional way to amplify themes of insignificance, alienation and destiny. His use of framing, architecture and vastness in environments creates a mood of unease and awe that reflects the character’s internal conflict and philosophical weight that the characters carry.</a:t>
            </a:r>
          </a:p>
          <a:p>
            <a:pPr marL="0" indent="0">
              <a:buNone/>
            </a:pPr>
            <a:endPar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841D9F6-D379-DDA0-BD62-2CACD6B077D8}"/>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2</a:t>
            </a:fld>
            <a:endParaRPr lang="en-US" dirty="0"/>
          </a:p>
        </p:txBody>
      </p:sp>
      <p:pic>
        <p:nvPicPr>
          <p:cNvPr id="6" name="Picture 5">
            <a:extLst>
              <a:ext uri="{FF2B5EF4-FFF2-40B4-BE49-F238E27FC236}">
                <a16:creationId xmlns:a16="http://schemas.microsoft.com/office/drawing/2014/main" id="{6641134C-595D-9D98-488E-AA2046F1F704}"/>
              </a:ext>
            </a:extLst>
          </p:cNvPr>
          <p:cNvPicPr>
            <a:picLocks noChangeAspect="1"/>
          </p:cNvPicPr>
          <p:nvPr/>
        </p:nvPicPr>
        <p:blipFill>
          <a:blip r:embed="rId2"/>
          <a:stretch>
            <a:fillRect/>
          </a:stretch>
        </p:blipFill>
        <p:spPr>
          <a:xfrm>
            <a:off x="4193406" y="3819144"/>
            <a:ext cx="3805188" cy="2691818"/>
          </a:xfrm>
          <a:prstGeom prst="rect">
            <a:avLst/>
          </a:prstGeom>
        </p:spPr>
      </p:pic>
    </p:spTree>
    <p:extLst>
      <p:ext uri="{BB962C8B-B14F-4D97-AF65-F5344CB8AC3E}">
        <p14:creationId xmlns:p14="http://schemas.microsoft.com/office/powerpoint/2010/main" val="1975828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870A-EBCD-13FC-D1A2-49C555C48170}"/>
              </a:ext>
            </a:extLst>
          </p:cNvPr>
          <p:cNvSpPr>
            <a:spLocks noGrp="1"/>
          </p:cNvSpPr>
          <p:nvPr>
            <p:ph type="title"/>
          </p:nvPr>
        </p:nvSpPr>
        <p:spPr>
          <a:xfrm>
            <a:off x="893064" y="72518"/>
            <a:ext cx="8297380" cy="1326514"/>
          </a:xfrm>
        </p:spPr>
        <p:txBody>
          <a:bodyPr/>
          <a:lstStyle/>
          <a:p>
            <a:r>
              <a:rPr lang="en-US" dirty="0"/>
              <a:t>Scale </a:t>
            </a:r>
          </a:p>
        </p:txBody>
      </p:sp>
      <p:sp>
        <p:nvSpPr>
          <p:cNvPr id="7" name="Text Placeholder 6">
            <a:extLst>
              <a:ext uri="{FF2B5EF4-FFF2-40B4-BE49-F238E27FC236}">
                <a16:creationId xmlns:a16="http://schemas.microsoft.com/office/drawing/2014/main" id="{70B4EC43-20C2-1DA5-646B-B8D26CF7D003}"/>
              </a:ext>
            </a:extLst>
          </p:cNvPr>
          <p:cNvSpPr>
            <a:spLocks noGrp="1"/>
          </p:cNvSpPr>
          <p:nvPr>
            <p:ph type="body" sz="quarter" idx="13"/>
          </p:nvPr>
        </p:nvSpPr>
        <p:spPr>
          <a:xfrm>
            <a:off x="865631" y="2072640"/>
            <a:ext cx="8324089" cy="3493008"/>
          </a:xfrm>
        </p:spPr>
        <p:txBody>
          <a:bodyPr/>
          <a:lstStyle/>
          <a:p>
            <a:pPr marL="0" indent="0">
              <a:buNone/>
            </a:pPr>
            <a:r>
              <a:rPr lang="en-US" sz="1800" dirty="0">
                <a:effectLst/>
                <a:latin typeface="Constantia" panose="02030602050306030303" pitchFamily="18" charset="0"/>
                <a:ea typeface="Constantia" panose="02030602050306030303" pitchFamily="18" charset="0"/>
                <a:cs typeface="Times New Roman" panose="02020603050405020304" pitchFamily="18" charset="0"/>
              </a:rPr>
              <a:t>Scale in cinematography refers to the importance of elements within a scene and often is in relation to the protagonist. The website </a:t>
            </a:r>
            <a:r>
              <a:rPr lang="en-US" sz="1800" dirty="0" err="1">
                <a:effectLst/>
                <a:latin typeface="Constantia" panose="02030602050306030303" pitchFamily="18" charset="0"/>
                <a:ea typeface="Constantia" panose="02030602050306030303" pitchFamily="18" charset="0"/>
                <a:cs typeface="Times New Roman" panose="02020603050405020304" pitchFamily="18" charset="0"/>
              </a:rPr>
              <a:t>NoFilmSchool</a:t>
            </a:r>
            <a:r>
              <a:rPr lang="en-US" sz="1800" dirty="0">
                <a:effectLst/>
                <a:latin typeface="Constantia" panose="02030602050306030303" pitchFamily="18" charset="0"/>
                <a:ea typeface="Constantia" panose="02030602050306030303" pitchFamily="18" charset="0"/>
                <a:cs typeface="Times New Roman" panose="02020603050405020304" pitchFamily="18" charset="0"/>
              </a:rPr>
              <a:t> refers to scale as the size of the narrative often manifested through the stakes of the story or the magnitude of the events portrayed.</a:t>
            </a:r>
            <a:endParaRPr lang="en-US" dirty="0"/>
          </a:p>
        </p:txBody>
      </p:sp>
      <p:sp>
        <p:nvSpPr>
          <p:cNvPr id="3" name="Slide Number Placeholder 2">
            <a:extLst>
              <a:ext uri="{FF2B5EF4-FFF2-40B4-BE49-F238E27FC236}">
                <a16:creationId xmlns:a16="http://schemas.microsoft.com/office/drawing/2014/main" id="{089920E1-1F47-D3FB-B5CD-7110B3795525}"/>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3</a:t>
            </a:fld>
            <a:endParaRPr lang="en-US" dirty="0"/>
          </a:p>
        </p:txBody>
      </p:sp>
      <p:pic>
        <p:nvPicPr>
          <p:cNvPr id="5" name="Picture 4">
            <a:extLst>
              <a:ext uri="{FF2B5EF4-FFF2-40B4-BE49-F238E27FC236}">
                <a16:creationId xmlns:a16="http://schemas.microsoft.com/office/drawing/2014/main" id="{8E838B3D-4ED8-462A-DEFE-F8B33D9358DB}"/>
              </a:ext>
            </a:extLst>
          </p:cNvPr>
          <p:cNvPicPr>
            <a:picLocks noChangeAspect="1"/>
          </p:cNvPicPr>
          <p:nvPr/>
        </p:nvPicPr>
        <p:blipFill>
          <a:blip r:embed="rId2"/>
          <a:stretch>
            <a:fillRect/>
          </a:stretch>
        </p:blipFill>
        <p:spPr>
          <a:xfrm>
            <a:off x="992605" y="3375803"/>
            <a:ext cx="8510337" cy="3537930"/>
          </a:xfrm>
          <a:prstGeom prst="rect">
            <a:avLst/>
          </a:prstGeom>
        </p:spPr>
      </p:pic>
    </p:spTree>
    <p:extLst>
      <p:ext uri="{BB962C8B-B14F-4D97-AF65-F5344CB8AC3E}">
        <p14:creationId xmlns:p14="http://schemas.microsoft.com/office/powerpoint/2010/main" val="582749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9DDD8-3394-6FB2-960C-451DEBD7F640}"/>
              </a:ext>
            </a:extLst>
          </p:cNvPr>
          <p:cNvSpPr>
            <a:spLocks noGrp="1"/>
          </p:cNvSpPr>
          <p:nvPr>
            <p:ph type="title"/>
          </p:nvPr>
        </p:nvSpPr>
        <p:spPr>
          <a:xfrm>
            <a:off x="893064" y="72518"/>
            <a:ext cx="10405174" cy="1326514"/>
          </a:xfrm>
        </p:spPr>
        <p:txBody>
          <a:bodyPr anchor="b">
            <a:normAutofit/>
          </a:bodyPr>
          <a:lstStyle/>
          <a:p>
            <a:r>
              <a:rPr lang="en-US" dirty="0"/>
              <a:t>Relative scale</a:t>
            </a:r>
            <a:endParaRPr lang="en-ZA" dirty="0"/>
          </a:p>
        </p:txBody>
      </p:sp>
      <p:pic>
        <p:nvPicPr>
          <p:cNvPr id="9" name="Picture Placeholder 8" descr="A person standing in front of a statue&#10;&#10;AI-generated content may be incorrect.">
            <a:extLst>
              <a:ext uri="{FF2B5EF4-FFF2-40B4-BE49-F238E27FC236}">
                <a16:creationId xmlns:a16="http://schemas.microsoft.com/office/drawing/2014/main" id="{FB282849-0AC4-F191-2856-A2245C090CA8}"/>
              </a:ext>
            </a:extLst>
          </p:cNvPr>
          <p:cNvPicPr>
            <a:picLocks noGrp="1" noChangeAspect="1"/>
          </p:cNvPicPr>
          <p:nvPr>
            <p:ph sz="quarter" idx="14"/>
          </p:nvPr>
        </p:nvPicPr>
        <p:blipFill>
          <a:blip r:embed="rId2"/>
          <a:stretch>
            <a:fillRect/>
          </a:stretch>
        </p:blipFill>
        <p:spPr>
          <a:xfrm>
            <a:off x="1149040" y="2058669"/>
            <a:ext cx="5717462" cy="3687763"/>
          </a:xfrm>
          <a:noFill/>
        </p:spPr>
      </p:pic>
      <p:sp>
        <p:nvSpPr>
          <p:cNvPr id="4" name="Text Placeholder 3">
            <a:extLst>
              <a:ext uri="{FF2B5EF4-FFF2-40B4-BE49-F238E27FC236}">
                <a16:creationId xmlns:a16="http://schemas.microsoft.com/office/drawing/2014/main" id="{51D6AA66-EC20-FCAE-04B0-6BEB18463C2D}"/>
              </a:ext>
            </a:extLst>
          </p:cNvPr>
          <p:cNvSpPr>
            <a:spLocks noGrp="1"/>
          </p:cNvSpPr>
          <p:nvPr>
            <p:ph sz="quarter" idx="13"/>
          </p:nvPr>
        </p:nvSpPr>
        <p:spPr>
          <a:xfrm>
            <a:off x="8295483" y="2058670"/>
            <a:ext cx="3002755" cy="3687763"/>
          </a:xfrm>
        </p:spPr>
        <p:txBody>
          <a:bodyPr>
            <a:normAutofit/>
          </a:bodyPr>
          <a:lstStyle/>
          <a:p>
            <a:r>
              <a:rPr lang="en-US">
                <a:effectLst/>
              </a:rPr>
              <a:t>Relative scale refers to comparison of objects or characters in a scene in relation to each other. </a:t>
            </a:r>
            <a:endParaRPr lang="en-US" dirty="0"/>
          </a:p>
        </p:txBody>
      </p:sp>
      <p:sp>
        <p:nvSpPr>
          <p:cNvPr id="14" name="Slide Number Placeholder 4">
            <a:extLst>
              <a:ext uri="{FF2B5EF4-FFF2-40B4-BE49-F238E27FC236}">
                <a16:creationId xmlns:a16="http://schemas.microsoft.com/office/drawing/2014/main" id="{A50187B7-52F9-FF1D-D725-EE494A1843C6}"/>
              </a:ext>
            </a:extLst>
          </p:cNvPr>
          <p:cNvSpPr>
            <a:spLocks noGrp="1"/>
          </p:cNvSpPr>
          <p:nvPr>
            <p:ph type="sldNum" sz="quarter" idx="12"/>
          </p:nvPr>
        </p:nvSpPr>
        <p:spPr>
          <a:xfrm>
            <a:off x="911352" y="6246622"/>
            <a:ext cx="2670048" cy="365125"/>
          </a:xfrm>
        </p:spPr>
        <p:txBody>
          <a:bodyPr/>
          <a:lstStyle/>
          <a:p>
            <a:pPr>
              <a:spcAft>
                <a:spcPts val="600"/>
              </a:spcAft>
            </a:pPr>
            <a:fld id="{B5CEABB6-07DC-46E8-9B57-56EC44A396E5}" type="slidenum">
              <a:rPr lang="en-US" smtClean="0"/>
              <a:pPr>
                <a:spcAft>
                  <a:spcPts val="600"/>
                </a:spcAft>
              </a:pPr>
              <a:t>4</a:t>
            </a:fld>
            <a:endParaRPr lang="en-US"/>
          </a:p>
        </p:txBody>
      </p:sp>
    </p:spTree>
    <p:extLst>
      <p:ext uri="{BB962C8B-B14F-4D97-AF65-F5344CB8AC3E}">
        <p14:creationId xmlns:p14="http://schemas.microsoft.com/office/powerpoint/2010/main" val="3590816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BA0C7-4B10-03D7-2211-750D1F9E5A8A}"/>
              </a:ext>
            </a:extLst>
          </p:cNvPr>
          <p:cNvSpPr>
            <a:spLocks noGrp="1"/>
          </p:cNvSpPr>
          <p:nvPr>
            <p:ph type="title"/>
          </p:nvPr>
        </p:nvSpPr>
        <p:spPr>
          <a:xfrm>
            <a:off x="902208" y="420624"/>
            <a:ext cx="5864352" cy="1215671"/>
          </a:xfrm>
        </p:spPr>
        <p:txBody>
          <a:bodyPr/>
          <a:lstStyle/>
          <a:p>
            <a:r>
              <a:rPr lang="en-US" dirty="0"/>
              <a:t>Setting the mood</a:t>
            </a:r>
          </a:p>
        </p:txBody>
      </p:sp>
      <p:sp>
        <p:nvSpPr>
          <p:cNvPr id="4" name="Picture Placeholder 3">
            <a:extLst>
              <a:ext uri="{FF2B5EF4-FFF2-40B4-BE49-F238E27FC236}">
                <a16:creationId xmlns:a16="http://schemas.microsoft.com/office/drawing/2014/main" id="{BA6D718A-DCF9-61F9-E32A-0EBEFBE89D70}"/>
              </a:ext>
            </a:extLst>
          </p:cNvPr>
          <p:cNvSpPr>
            <a:spLocks noGrp="1"/>
          </p:cNvSpPr>
          <p:nvPr>
            <p:ph type="pic" sz="quarter" idx="10"/>
          </p:nvPr>
        </p:nvSpPr>
        <p:spPr/>
        <p:txBody>
          <a:bodyPr/>
          <a:lstStyle/>
          <a:p>
            <a:endParaRPr lang="en-IN" dirty="0"/>
          </a:p>
        </p:txBody>
      </p:sp>
      <p:pic>
        <p:nvPicPr>
          <p:cNvPr id="5" name="Online Media 4" title="Denis Villeneuve's most beautiful shots (4K)">
            <a:hlinkClick r:id="" action="ppaction://media"/>
            <a:extLst>
              <a:ext uri="{FF2B5EF4-FFF2-40B4-BE49-F238E27FC236}">
                <a16:creationId xmlns:a16="http://schemas.microsoft.com/office/drawing/2014/main" id="{85BC495B-2B79-DF64-ECCA-0CB5FFF49D53}"/>
              </a:ext>
            </a:extLst>
          </p:cNvPr>
          <p:cNvPicPr>
            <a:picLocks noRot="1" noChangeAspect="1"/>
          </p:cNvPicPr>
          <p:nvPr>
            <a:videoFile r:link="rId1"/>
          </p:nvPr>
        </p:nvPicPr>
        <p:blipFill>
          <a:blip r:embed="rId3"/>
          <a:stretch>
            <a:fillRect/>
          </a:stretch>
        </p:blipFill>
        <p:spPr>
          <a:xfrm>
            <a:off x="1471406" y="1636295"/>
            <a:ext cx="9249187" cy="5221705"/>
          </a:xfrm>
          <a:prstGeom prst="rect">
            <a:avLst/>
          </a:prstGeom>
        </p:spPr>
      </p:pic>
    </p:spTree>
    <p:extLst>
      <p:ext uri="{BB962C8B-B14F-4D97-AF65-F5344CB8AC3E}">
        <p14:creationId xmlns:p14="http://schemas.microsoft.com/office/powerpoint/2010/main" val="378690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D45BD-5B25-B32E-F712-18F18E7168E7}"/>
              </a:ext>
            </a:extLst>
          </p:cNvPr>
          <p:cNvSpPr>
            <a:spLocks noGrp="1"/>
          </p:cNvSpPr>
          <p:nvPr>
            <p:ph type="title"/>
          </p:nvPr>
        </p:nvSpPr>
        <p:spPr>
          <a:xfrm>
            <a:off x="893064" y="72518"/>
            <a:ext cx="8297380" cy="1326514"/>
          </a:xfrm>
        </p:spPr>
        <p:txBody>
          <a:bodyPr/>
          <a:lstStyle/>
          <a:p>
            <a:r>
              <a:rPr lang="en-US" dirty="0"/>
              <a:t>How it’s done</a:t>
            </a:r>
            <a:endParaRPr lang="en-ZA" dirty="0"/>
          </a:p>
        </p:txBody>
      </p:sp>
      <p:sp>
        <p:nvSpPr>
          <p:cNvPr id="4" name="Text Placeholder 3">
            <a:extLst>
              <a:ext uri="{FF2B5EF4-FFF2-40B4-BE49-F238E27FC236}">
                <a16:creationId xmlns:a16="http://schemas.microsoft.com/office/drawing/2014/main" id="{B931AA74-1B85-8980-9816-4DAB721C1BE4}"/>
              </a:ext>
            </a:extLst>
          </p:cNvPr>
          <p:cNvSpPr>
            <a:spLocks noGrp="1"/>
          </p:cNvSpPr>
          <p:nvPr>
            <p:ph type="body" sz="quarter" idx="13"/>
          </p:nvPr>
        </p:nvSpPr>
        <p:spPr>
          <a:xfrm>
            <a:off x="865631" y="2072640"/>
            <a:ext cx="8324089" cy="3493008"/>
          </a:xfrm>
        </p:spPr>
        <p:txBody>
          <a:bodyPr/>
          <a:lstStyle/>
          <a:p>
            <a:pPr marL="0" indent="0">
              <a:buNone/>
            </a:pPr>
            <a:r>
              <a:rPr lang="en-US" sz="1800" dirty="0">
                <a:effectLst/>
                <a:latin typeface="Constantia" panose="02030602050306030303" pitchFamily="18" charset="0"/>
                <a:ea typeface="Constantia" panose="02030602050306030303" pitchFamily="18" charset="0"/>
                <a:cs typeface="Times New Roman" panose="02020603050405020304" pitchFamily="18" charset="0"/>
              </a:rPr>
              <a:t>The most common use of scale is usually the character in a relatively large landscape around which showcases insignificance and the larger-than-life journey that lays ahead. Villeneuve uses it in the same context but also adds the theme of internal struggle within the character. The same can be seen in shots with characters in confined spaces to create a feeling of tension and claustrophobia for the viewer.</a:t>
            </a:r>
            <a:endParaRPr lang="en-US" dirty="0"/>
          </a:p>
        </p:txBody>
      </p:sp>
      <p:sp>
        <p:nvSpPr>
          <p:cNvPr id="3" name="Slide Number Placeholder 2">
            <a:extLst>
              <a:ext uri="{FF2B5EF4-FFF2-40B4-BE49-F238E27FC236}">
                <a16:creationId xmlns:a16="http://schemas.microsoft.com/office/drawing/2014/main" id="{95D7C9F2-EB2A-D57B-0D06-69B87C19A3A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209900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D0BCA-5CB8-D535-DF5A-9BC211EB184A}"/>
              </a:ext>
            </a:extLst>
          </p:cNvPr>
          <p:cNvSpPr>
            <a:spLocks noGrp="1"/>
          </p:cNvSpPr>
          <p:nvPr>
            <p:ph type="ctrTitle"/>
          </p:nvPr>
        </p:nvSpPr>
        <p:spPr>
          <a:xfrm>
            <a:off x="6071616" y="960120"/>
            <a:ext cx="5478700" cy="3056343"/>
          </a:xfrm>
        </p:spPr>
        <p:txBody>
          <a:bodyPr/>
          <a:lstStyle/>
          <a:p>
            <a:r>
              <a:rPr lang="en-US" dirty="0"/>
              <a:t>Tale of Ser Lizard</a:t>
            </a:r>
            <a:endParaRPr lang="en-IN" dirty="0"/>
          </a:p>
        </p:txBody>
      </p:sp>
    </p:spTree>
    <p:extLst>
      <p:ext uri="{BB962C8B-B14F-4D97-AF65-F5344CB8AC3E}">
        <p14:creationId xmlns:p14="http://schemas.microsoft.com/office/powerpoint/2010/main" val="2224124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741A0-C3A7-501D-2970-E7583DAC1ABC}"/>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6E58787D-4C9A-FF54-EA20-F4EBA2C98590}"/>
              </a:ext>
            </a:extLst>
          </p:cNvPr>
          <p:cNvSpPr>
            <a:spLocks noGrp="1"/>
          </p:cNvSpPr>
          <p:nvPr>
            <p:ph type="body" sz="quarter" idx="13"/>
          </p:nvPr>
        </p:nvSpPr>
        <p:spPr/>
        <p:txBody>
          <a:bodyPr/>
          <a:lstStyle/>
          <a:p>
            <a:endParaRPr lang="en-IN" dirty="0"/>
          </a:p>
        </p:txBody>
      </p:sp>
      <p:sp>
        <p:nvSpPr>
          <p:cNvPr id="4" name="Slide Number Placeholder 3">
            <a:extLst>
              <a:ext uri="{FF2B5EF4-FFF2-40B4-BE49-F238E27FC236}">
                <a16:creationId xmlns:a16="http://schemas.microsoft.com/office/drawing/2014/main" id="{745329A1-B9C0-B974-9567-C7A1F7A0750A}"/>
              </a:ext>
            </a:extLst>
          </p:cNvPr>
          <p:cNvSpPr>
            <a:spLocks noGrp="1"/>
          </p:cNvSpPr>
          <p:nvPr>
            <p:ph type="sldNum" sz="quarter" idx="12"/>
          </p:nvPr>
        </p:nvSpPr>
        <p:spPr/>
        <p:txBody>
          <a:bodyPr/>
          <a:lstStyle/>
          <a:p>
            <a:fld id="{B5CEABB6-07DC-46E8-9B57-56EC44A396E5}" type="slidenum">
              <a:rPr lang="en-US" smtClean="0"/>
              <a:pPr/>
              <a:t>8</a:t>
            </a:fld>
            <a:endParaRPr lang="en-US" dirty="0"/>
          </a:p>
        </p:txBody>
      </p:sp>
      <p:pic>
        <p:nvPicPr>
          <p:cNvPr id="6" name="Picture 5" descr="A brick wall with a door&#10;&#10;AI-generated content may be incorrect.">
            <a:extLst>
              <a:ext uri="{FF2B5EF4-FFF2-40B4-BE49-F238E27FC236}">
                <a16:creationId xmlns:a16="http://schemas.microsoft.com/office/drawing/2014/main" id="{049B5050-B569-80A2-55AA-9CB6DA645BA9}"/>
              </a:ext>
            </a:extLst>
          </p:cNvPr>
          <p:cNvPicPr>
            <a:picLocks noChangeAspect="1"/>
          </p:cNvPicPr>
          <p:nvPr/>
        </p:nvPicPr>
        <p:blipFill>
          <a:blip r:embed="rId2"/>
          <a:srcRect l="37018" r="4999"/>
          <a:stretch/>
        </p:blipFill>
        <p:spPr>
          <a:xfrm rot="5400000">
            <a:off x="1433270" y="1129856"/>
            <a:ext cx="3868152" cy="5003431"/>
          </a:xfrm>
          <a:prstGeom prst="rect">
            <a:avLst/>
          </a:prstGeom>
        </p:spPr>
      </p:pic>
      <p:pic>
        <p:nvPicPr>
          <p:cNvPr id="10" name="Picture 9">
            <a:extLst>
              <a:ext uri="{FF2B5EF4-FFF2-40B4-BE49-F238E27FC236}">
                <a16:creationId xmlns:a16="http://schemas.microsoft.com/office/drawing/2014/main" id="{97E6563B-20AA-7EC7-C52E-66E474696CCA}"/>
              </a:ext>
            </a:extLst>
          </p:cNvPr>
          <p:cNvPicPr>
            <a:picLocks noChangeAspect="1"/>
          </p:cNvPicPr>
          <p:nvPr/>
        </p:nvPicPr>
        <p:blipFill>
          <a:blip r:embed="rId3"/>
          <a:stretch>
            <a:fillRect/>
          </a:stretch>
        </p:blipFill>
        <p:spPr>
          <a:xfrm>
            <a:off x="6322940" y="1697495"/>
            <a:ext cx="5125107" cy="3868153"/>
          </a:xfrm>
          <a:prstGeom prst="rect">
            <a:avLst/>
          </a:prstGeom>
        </p:spPr>
      </p:pic>
    </p:spTree>
    <p:extLst>
      <p:ext uri="{BB962C8B-B14F-4D97-AF65-F5344CB8AC3E}">
        <p14:creationId xmlns:p14="http://schemas.microsoft.com/office/powerpoint/2010/main" val="139015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F4228-0DC4-4119-B9C7-6C936C41E980}"/>
              </a:ext>
            </a:extLst>
          </p:cNvPr>
          <p:cNvSpPr>
            <a:spLocks noGrp="1"/>
          </p:cNvSpPr>
          <p:nvPr>
            <p:ph type="title"/>
          </p:nvPr>
        </p:nvSpPr>
        <p:spPr>
          <a:xfrm>
            <a:off x="893064" y="72518"/>
            <a:ext cx="10405174" cy="1326514"/>
          </a:xfrm>
        </p:spPr>
        <p:txBody>
          <a:bodyPr/>
          <a:lstStyle/>
          <a:p>
            <a:r>
              <a:rPr lang="en-US" dirty="0"/>
              <a:t>Dune 1 and 2</a:t>
            </a:r>
            <a:endParaRPr lang="en-ZA" dirty="0"/>
          </a:p>
        </p:txBody>
      </p:sp>
      <p:sp>
        <p:nvSpPr>
          <p:cNvPr id="4" name="Content Placeholder 3">
            <a:extLst>
              <a:ext uri="{FF2B5EF4-FFF2-40B4-BE49-F238E27FC236}">
                <a16:creationId xmlns:a16="http://schemas.microsoft.com/office/drawing/2014/main" id="{7658EE59-4D4C-0681-0DD3-18233C3F94A9}"/>
              </a:ext>
            </a:extLst>
          </p:cNvPr>
          <p:cNvSpPr>
            <a:spLocks noGrp="1"/>
          </p:cNvSpPr>
          <p:nvPr>
            <p:ph sz="quarter" idx="13"/>
          </p:nvPr>
        </p:nvSpPr>
        <p:spPr>
          <a:xfrm>
            <a:off x="893763" y="2073275"/>
            <a:ext cx="4887594" cy="3687763"/>
          </a:xfrm>
        </p:spPr>
        <p:txBody>
          <a:bodyPr/>
          <a:lstStyle/>
          <a:p>
            <a:r>
              <a:rPr lang="en-US" dirty="0"/>
              <a:t>This is a powerful tool in public speaking. It involves varying pitch, tone, and volume to convey emotion, emphasize points, and maintain interest: </a:t>
            </a:r>
          </a:p>
          <a:p>
            <a:pPr lvl="1"/>
            <a:r>
              <a:rPr lang="en-US" dirty="0"/>
              <a:t>Pitch variation</a:t>
            </a:r>
          </a:p>
          <a:p>
            <a:pPr lvl="1"/>
            <a:r>
              <a:rPr lang="en-US" dirty="0"/>
              <a:t>Tone inflection</a:t>
            </a:r>
          </a:p>
          <a:p>
            <a:pPr lvl="1"/>
            <a:r>
              <a:rPr lang="en-US" dirty="0"/>
              <a:t>Volume control</a:t>
            </a:r>
          </a:p>
        </p:txBody>
      </p:sp>
      <p:sp>
        <p:nvSpPr>
          <p:cNvPr id="5" name="Content Placeholder 4">
            <a:extLst>
              <a:ext uri="{FF2B5EF4-FFF2-40B4-BE49-F238E27FC236}">
                <a16:creationId xmlns:a16="http://schemas.microsoft.com/office/drawing/2014/main" id="{8E5B1204-B9F7-0D66-EBAA-9265C1E35527}"/>
              </a:ext>
            </a:extLst>
          </p:cNvPr>
          <p:cNvSpPr>
            <a:spLocks noGrp="1"/>
          </p:cNvSpPr>
          <p:nvPr>
            <p:ph sz="quarter" idx="14"/>
          </p:nvPr>
        </p:nvSpPr>
        <p:spPr>
          <a:xfrm>
            <a:off x="6410644" y="2073275"/>
            <a:ext cx="4887594" cy="3687763"/>
          </a:xfrm>
        </p:spPr>
        <p:txBody>
          <a:bodyPr/>
          <a:lstStyle/>
          <a:p>
            <a:r>
              <a:rPr lang="en-US" dirty="0"/>
              <a:t>Effective body language enhances your message, making it more impactful and memorable:</a:t>
            </a:r>
          </a:p>
          <a:p>
            <a:pPr lvl="1"/>
            <a:r>
              <a:rPr lang="en-US" dirty="0"/>
              <a:t>Meaningful eye contact</a:t>
            </a:r>
          </a:p>
          <a:p>
            <a:pPr lvl="1"/>
            <a:r>
              <a:rPr lang="en-US" dirty="0"/>
              <a:t>Purposeful gestures</a:t>
            </a:r>
          </a:p>
          <a:p>
            <a:pPr lvl="1"/>
            <a:r>
              <a:rPr lang="en-US" dirty="0"/>
              <a:t>Maintain good posture</a:t>
            </a:r>
          </a:p>
          <a:p>
            <a:pPr lvl="1"/>
            <a:r>
              <a:rPr lang="en-US" dirty="0"/>
              <a:t>Control your expressions</a:t>
            </a:r>
          </a:p>
        </p:txBody>
      </p:sp>
      <p:sp>
        <p:nvSpPr>
          <p:cNvPr id="3" name="Slide Number Placeholder 2">
            <a:extLst>
              <a:ext uri="{FF2B5EF4-FFF2-40B4-BE49-F238E27FC236}">
                <a16:creationId xmlns:a16="http://schemas.microsoft.com/office/drawing/2014/main" id="{714ECC30-C8C7-7D87-4D74-AECB825055F7}"/>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9</a:t>
            </a:fld>
            <a:endParaRPr lang="en-US" dirty="0"/>
          </a:p>
        </p:txBody>
      </p:sp>
      <p:pic>
        <p:nvPicPr>
          <p:cNvPr id="7" name="Picture 6" descr="A person holding a sword in his hand&#10;&#10;AI-generated content may be incorrect.">
            <a:extLst>
              <a:ext uri="{FF2B5EF4-FFF2-40B4-BE49-F238E27FC236}">
                <a16:creationId xmlns:a16="http://schemas.microsoft.com/office/drawing/2014/main" id="{078B5D02-5E17-BA3E-76C6-CB44EE5076B0}"/>
              </a:ext>
            </a:extLst>
          </p:cNvPr>
          <p:cNvPicPr>
            <a:picLocks noChangeAspect="1"/>
          </p:cNvPicPr>
          <p:nvPr/>
        </p:nvPicPr>
        <p:blipFill>
          <a:blip r:embed="rId2"/>
          <a:stretch>
            <a:fillRect/>
          </a:stretch>
        </p:blipFill>
        <p:spPr>
          <a:xfrm>
            <a:off x="979906" y="1275347"/>
            <a:ext cx="10095162" cy="5582653"/>
          </a:xfrm>
          <a:prstGeom prst="rect">
            <a:avLst/>
          </a:prstGeom>
        </p:spPr>
      </p:pic>
    </p:spTree>
    <p:extLst>
      <p:ext uri="{BB962C8B-B14F-4D97-AF65-F5344CB8AC3E}">
        <p14:creationId xmlns:p14="http://schemas.microsoft.com/office/powerpoint/2010/main" val="1041471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FE88F-E60E-3569-5EA3-84AD45C33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9E85CA-9A9C-7BB0-C2B0-4379033DF674}"/>
              </a:ext>
            </a:extLst>
          </p:cNvPr>
          <p:cNvSpPr>
            <a:spLocks noGrp="1"/>
          </p:cNvSpPr>
          <p:nvPr>
            <p:ph type="title"/>
          </p:nvPr>
        </p:nvSpPr>
        <p:spPr>
          <a:xfrm>
            <a:off x="893064" y="72518"/>
            <a:ext cx="10405174" cy="1326514"/>
          </a:xfrm>
        </p:spPr>
        <p:txBody>
          <a:bodyPr/>
          <a:lstStyle/>
          <a:p>
            <a:r>
              <a:rPr lang="en-US" dirty="0"/>
              <a:t>Dune 1 and 2</a:t>
            </a:r>
            <a:endParaRPr lang="en-ZA" dirty="0"/>
          </a:p>
        </p:txBody>
      </p:sp>
      <p:sp>
        <p:nvSpPr>
          <p:cNvPr id="4" name="Content Placeholder 3">
            <a:extLst>
              <a:ext uri="{FF2B5EF4-FFF2-40B4-BE49-F238E27FC236}">
                <a16:creationId xmlns:a16="http://schemas.microsoft.com/office/drawing/2014/main" id="{16F3F711-3343-512A-8870-36C8570F9012}"/>
              </a:ext>
            </a:extLst>
          </p:cNvPr>
          <p:cNvSpPr>
            <a:spLocks noGrp="1"/>
          </p:cNvSpPr>
          <p:nvPr>
            <p:ph sz="quarter" idx="13"/>
          </p:nvPr>
        </p:nvSpPr>
        <p:spPr>
          <a:xfrm>
            <a:off x="893763" y="2073275"/>
            <a:ext cx="4887594" cy="3687763"/>
          </a:xfrm>
        </p:spPr>
        <p:txBody>
          <a:bodyPr/>
          <a:lstStyle/>
          <a:p>
            <a:r>
              <a:rPr lang="en-US" dirty="0"/>
              <a:t>This is a powerful tool in public speaking. It involves varying pitch, tone, and volume to convey emotion, emphasize points, and maintain interest: </a:t>
            </a:r>
          </a:p>
          <a:p>
            <a:pPr lvl="1"/>
            <a:r>
              <a:rPr lang="en-US" dirty="0"/>
              <a:t>Pitch variation</a:t>
            </a:r>
          </a:p>
          <a:p>
            <a:pPr lvl="1"/>
            <a:r>
              <a:rPr lang="en-US" dirty="0"/>
              <a:t>Tone inflection</a:t>
            </a:r>
          </a:p>
          <a:p>
            <a:pPr lvl="1"/>
            <a:r>
              <a:rPr lang="en-US" dirty="0"/>
              <a:t>Volume control</a:t>
            </a:r>
          </a:p>
        </p:txBody>
      </p:sp>
      <p:sp>
        <p:nvSpPr>
          <p:cNvPr id="5" name="Content Placeholder 4">
            <a:extLst>
              <a:ext uri="{FF2B5EF4-FFF2-40B4-BE49-F238E27FC236}">
                <a16:creationId xmlns:a16="http://schemas.microsoft.com/office/drawing/2014/main" id="{56E9E9A7-CCD0-E6E3-E6DA-95B039F2AE58}"/>
              </a:ext>
            </a:extLst>
          </p:cNvPr>
          <p:cNvSpPr>
            <a:spLocks noGrp="1"/>
          </p:cNvSpPr>
          <p:nvPr>
            <p:ph sz="quarter" idx="14"/>
          </p:nvPr>
        </p:nvSpPr>
        <p:spPr>
          <a:xfrm>
            <a:off x="6410644" y="2073275"/>
            <a:ext cx="4887594" cy="3687763"/>
          </a:xfrm>
        </p:spPr>
        <p:txBody>
          <a:bodyPr/>
          <a:lstStyle/>
          <a:p>
            <a:r>
              <a:rPr lang="en-US" dirty="0"/>
              <a:t>Effective body language enhances your message, making it more impactful and memorable:</a:t>
            </a:r>
          </a:p>
          <a:p>
            <a:pPr lvl="1"/>
            <a:r>
              <a:rPr lang="en-US" dirty="0"/>
              <a:t>Meaningful eye contact</a:t>
            </a:r>
          </a:p>
          <a:p>
            <a:pPr lvl="1"/>
            <a:r>
              <a:rPr lang="en-US" dirty="0"/>
              <a:t>Purposeful gestures</a:t>
            </a:r>
          </a:p>
          <a:p>
            <a:pPr lvl="1"/>
            <a:r>
              <a:rPr lang="en-US" dirty="0"/>
              <a:t>Maintain good posture</a:t>
            </a:r>
          </a:p>
          <a:p>
            <a:pPr lvl="1"/>
            <a:r>
              <a:rPr lang="en-US" dirty="0"/>
              <a:t>Control your expressions</a:t>
            </a:r>
          </a:p>
        </p:txBody>
      </p:sp>
      <p:sp>
        <p:nvSpPr>
          <p:cNvPr id="3" name="Slide Number Placeholder 2">
            <a:extLst>
              <a:ext uri="{FF2B5EF4-FFF2-40B4-BE49-F238E27FC236}">
                <a16:creationId xmlns:a16="http://schemas.microsoft.com/office/drawing/2014/main" id="{E0F8CEC3-A87E-C23F-2976-A97747EEC2B9}"/>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10</a:t>
            </a:fld>
            <a:endParaRPr lang="en-US" dirty="0"/>
          </a:p>
        </p:txBody>
      </p:sp>
      <p:pic>
        <p:nvPicPr>
          <p:cNvPr id="10" name="Picture 9" descr="A person standing in a hallway&#10;&#10;AI-generated content may be incorrect.">
            <a:extLst>
              <a:ext uri="{FF2B5EF4-FFF2-40B4-BE49-F238E27FC236}">
                <a16:creationId xmlns:a16="http://schemas.microsoft.com/office/drawing/2014/main" id="{AD80FAFC-7CAD-37F7-4013-2000ECD43CDA}"/>
              </a:ext>
            </a:extLst>
          </p:cNvPr>
          <p:cNvPicPr>
            <a:picLocks noChangeAspect="1"/>
          </p:cNvPicPr>
          <p:nvPr/>
        </p:nvPicPr>
        <p:blipFill>
          <a:blip r:embed="rId2"/>
          <a:stretch>
            <a:fillRect/>
          </a:stretch>
        </p:blipFill>
        <p:spPr>
          <a:xfrm>
            <a:off x="992605" y="1280686"/>
            <a:ext cx="10046369" cy="5577314"/>
          </a:xfrm>
          <a:prstGeom prst="rect">
            <a:avLst/>
          </a:prstGeom>
        </p:spPr>
      </p:pic>
    </p:spTree>
    <p:extLst>
      <p:ext uri="{BB962C8B-B14F-4D97-AF65-F5344CB8AC3E}">
        <p14:creationId xmlns:p14="http://schemas.microsoft.com/office/powerpoint/2010/main" val="3157948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54E4-9956-0B33-D845-8F2AAC5EBC56}"/>
              </a:ext>
            </a:extLst>
          </p:cNvPr>
          <p:cNvSpPr>
            <a:spLocks noGrp="1"/>
          </p:cNvSpPr>
          <p:nvPr>
            <p:ph type="title"/>
          </p:nvPr>
        </p:nvSpPr>
        <p:spPr>
          <a:xfrm>
            <a:off x="899160" y="137160"/>
            <a:ext cx="6172200" cy="1249680"/>
          </a:xfrm>
        </p:spPr>
        <p:txBody>
          <a:bodyPr/>
          <a:lstStyle/>
          <a:p>
            <a:r>
              <a:rPr lang="en-US" dirty="0"/>
              <a:t>Personal work</a:t>
            </a:r>
            <a:endParaRPr lang="en-ZA" dirty="0"/>
          </a:p>
        </p:txBody>
      </p:sp>
      <p:sp>
        <p:nvSpPr>
          <p:cNvPr id="4" name="Text Placeholder 3">
            <a:extLst>
              <a:ext uri="{FF2B5EF4-FFF2-40B4-BE49-F238E27FC236}">
                <a16:creationId xmlns:a16="http://schemas.microsoft.com/office/drawing/2014/main" id="{94D20DBB-F3DD-CE0A-DCE1-63F191C0CC47}"/>
              </a:ext>
            </a:extLst>
          </p:cNvPr>
          <p:cNvSpPr>
            <a:spLocks noGrp="1"/>
          </p:cNvSpPr>
          <p:nvPr>
            <p:ph type="body" sz="quarter" idx="11"/>
          </p:nvPr>
        </p:nvSpPr>
        <p:spPr>
          <a:xfrm>
            <a:off x="899160" y="2087880"/>
            <a:ext cx="10210800" cy="1954692"/>
          </a:xfrm>
        </p:spPr>
        <p:txBody>
          <a:bodyPr/>
          <a:lstStyle/>
          <a:p>
            <a:endParaRPr lang="en-US" dirty="0"/>
          </a:p>
        </p:txBody>
      </p:sp>
      <p:sp>
        <p:nvSpPr>
          <p:cNvPr id="5" name="Slide Number Placeholder 4">
            <a:extLst>
              <a:ext uri="{FF2B5EF4-FFF2-40B4-BE49-F238E27FC236}">
                <a16:creationId xmlns:a16="http://schemas.microsoft.com/office/drawing/2014/main" id="{141392FF-67AF-70B5-1C3C-58D39BDFD8BE}"/>
              </a:ext>
            </a:extLst>
          </p:cNvPr>
          <p:cNvSpPr>
            <a:spLocks noGrp="1"/>
          </p:cNvSpPr>
          <p:nvPr>
            <p:ph type="sldNum" sz="quarter" idx="12"/>
          </p:nvPr>
        </p:nvSpPr>
        <p:spPr>
          <a:xfrm>
            <a:off x="911352" y="6246622"/>
            <a:ext cx="1188720" cy="365125"/>
          </a:xfrm>
        </p:spPr>
        <p:txBody>
          <a:bodyPr/>
          <a:lstStyle/>
          <a:p>
            <a:fld id="{B5CEABB6-07DC-46E8-9B57-56EC44A396E5}" type="slidenum">
              <a:rPr lang="en-US" smtClean="0"/>
              <a:pPr/>
              <a:t>11</a:t>
            </a:fld>
            <a:endParaRPr lang="en-US" dirty="0"/>
          </a:p>
        </p:txBody>
      </p:sp>
      <p:pic>
        <p:nvPicPr>
          <p:cNvPr id="11" name="Picture 10" descr="A snowy mountain landscape with train tracks&#10;&#10;AI-generated content may be incorrect.">
            <a:extLst>
              <a:ext uri="{FF2B5EF4-FFF2-40B4-BE49-F238E27FC236}">
                <a16:creationId xmlns:a16="http://schemas.microsoft.com/office/drawing/2014/main" id="{93354872-F56A-53CA-DDFE-17295C3F2ECD}"/>
              </a:ext>
            </a:extLst>
          </p:cNvPr>
          <p:cNvPicPr>
            <a:picLocks noChangeAspect="1"/>
          </p:cNvPicPr>
          <p:nvPr/>
        </p:nvPicPr>
        <p:blipFill>
          <a:blip r:embed="rId2"/>
          <a:stretch>
            <a:fillRect/>
          </a:stretch>
        </p:blipFill>
        <p:spPr>
          <a:xfrm>
            <a:off x="0" y="1386840"/>
            <a:ext cx="12192000" cy="5030168"/>
          </a:xfrm>
          <a:prstGeom prst="rect">
            <a:avLst/>
          </a:prstGeom>
        </p:spPr>
      </p:pic>
      <p:sp>
        <p:nvSpPr>
          <p:cNvPr id="13" name="Picture Placeholder 12">
            <a:extLst>
              <a:ext uri="{FF2B5EF4-FFF2-40B4-BE49-F238E27FC236}">
                <a16:creationId xmlns:a16="http://schemas.microsoft.com/office/drawing/2014/main" id="{5B368219-3DBF-C265-2C1D-8EF090639DC0}"/>
              </a:ext>
            </a:extLst>
          </p:cNvPr>
          <p:cNvSpPr>
            <a:spLocks noGrp="1"/>
          </p:cNvSpPr>
          <p:nvPr>
            <p:ph type="pic" sz="quarter" idx="10"/>
          </p:nvPr>
        </p:nvSpPr>
        <p:spPr/>
        <p:txBody>
          <a:bodyPr/>
          <a:lstStyle/>
          <a:p>
            <a:endParaRPr lang="en-IN"/>
          </a:p>
        </p:txBody>
      </p:sp>
    </p:spTree>
    <p:extLst>
      <p:ext uri="{BB962C8B-B14F-4D97-AF65-F5344CB8AC3E}">
        <p14:creationId xmlns:p14="http://schemas.microsoft.com/office/powerpoint/2010/main" val="3813948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573E-D6D3-B0CD-C07C-459CD26AF0D2}"/>
              </a:ext>
            </a:extLst>
          </p:cNvPr>
          <p:cNvSpPr>
            <a:spLocks noGrp="1"/>
          </p:cNvSpPr>
          <p:nvPr>
            <p:ph type="title"/>
          </p:nvPr>
        </p:nvSpPr>
        <p:spPr>
          <a:xfrm>
            <a:off x="899160" y="137160"/>
            <a:ext cx="6172200" cy="1249680"/>
          </a:xfrm>
        </p:spPr>
        <p:txBody>
          <a:bodyPr/>
          <a:lstStyle/>
          <a:p>
            <a:endParaRPr lang="en-ZA" dirty="0"/>
          </a:p>
        </p:txBody>
      </p:sp>
      <p:sp>
        <p:nvSpPr>
          <p:cNvPr id="3" name="Text Placeholder 2">
            <a:extLst>
              <a:ext uri="{FF2B5EF4-FFF2-40B4-BE49-F238E27FC236}">
                <a16:creationId xmlns:a16="http://schemas.microsoft.com/office/drawing/2014/main" id="{681FD557-D53B-0844-8823-CB23872487AF}"/>
              </a:ext>
            </a:extLst>
          </p:cNvPr>
          <p:cNvSpPr>
            <a:spLocks noGrp="1"/>
          </p:cNvSpPr>
          <p:nvPr>
            <p:ph type="body" sz="quarter" idx="11"/>
          </p:nvPr>
        </p:nvSpPr>
        <p:spPr>
          <a:xfrm>
            <a:off x="899160" y="2026920"/>
            <a:ext cx="3017520" cy="3901758"/>
          </a:xfrm>
        </p:spPr>
        <p:txBody>
          <a:bodyPr/>
          <a:lstStyle/>
          <a:p>
            <a:endParaRPr lang="en-US" dirty="0"/>
          </a:p>
        </p:txBody>
      </p:sp>
      <p:graphicFrame>
        <p:nvGraphicFramePr>
          <p:cNvPr id="6" name="Table Placeholder 2">
            <a:extLst>
              <a:ext uri="{FF2B5EF4-FFF2-40B4-BE49-F238E27FC236}">
                <a16:creationId xmlns:a16="http://schemas.microsoft.com/office/drawing/2014/main" id="{0F79245D-314F-2B78-AB57-5196A89AD1B0}"/>
              </a:ext>
            </a:extLst>
          </p:cNvPr>
          <p:cNvGraphicFramePr>
            <a:graphicFrameLocks noGrp="1"/>
          </p:cNvGraphicFramePr>
          <p:nvPr>
            <p:ph sz="quarter" idx="13"/>
            <p:extLst>
              <p:ext uri="{D42A27DB-BD31-4B8C-83A1-F6EECF244321}">
                <p14:modId xmlns:p14="http://schemas.microsoft.com/office/powerpoint/2010/main" val="1613948392"/>
              </p:ext>
            </p:extLst>
          </p:nvPr>
        </p:nvGraphicFramePr>
        <p:xfrm>
          <a:off x="4525963" y="2027238"/>
          <a:ext cx="6721643" cy="3886199"/>
        </p:xfrm>
        <a:graphic>
          <a:graphicData uri="http://schemas.openxmlformats.org/drawingml/2006/table">
            <a:tbl>
              <a:tblPr firstRow="1" bandRow="1">
                <a:tableStyleId>{3B4B98B0-60AC-42C2-AFA5-B58CD77FA1E5}</a:tableStyleId>
              </a:tblPr>
              <a:tblGrid>
                <a:gridCol w="2569688">
                  <a:extLst>
                    <a:ext uri="{9D8B030D-6E8A-4147-A177-3AD203B41FA5}">
                      <a16:colId xmlns:a16="http://schemas.microsoft.com/office/drawing/2014/main" val="127040821"/>
                    </a:ext>
                  </a:extLst>
                </a:gridCol>
                <a:gridCol w="2236581">
                  <a:extLst>
                    <a:ext uri="{9D8B030D-6E8A-4147-A177-3AD203B41FA5}">
                      <a16:colId xmlns:a16="http://schemas.microsoft.com/office/drawing/2014/main" val="149845700"/>
                    </a:ext>
                  </a:extLst>
                </a:gridCol>
                <a:gridCol w="957687">
                  <a:extLst>
                    <a:ext uri="{9D8B030D-6E8A-4147-A177-3AD203B41FA5}">
                      <a16:colId xmlns:a16="http://schemas.microsoft.com/office/drawing/2014/main" val="3119692462"/>
                    </a:ext>
                  </a:extLst>
                </a:gridCol>
                <a:gridCol w="957687">
                  <a:extLst>
                    <a:ext uri="{9D8B030D-6E8A-4147-A177-3AD203B41FA5}">
                      <a16:colId xmlns:a16="http://schemas.microsoft.com/office/drawing/2014/main" val="3472639139"/>
                    </a:ext>
                  </a:extLst>
                </a:gridCol>
              </a:tblGrid>
              <a:tr h="591983">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extLst>
                  <a:ext uri="{0D108BD9-81ED-4DB2-BD59-A6C34878D82A}">
                    <a16:rowId xmlns:a16="http://schemas.microsoft.com/office/drawing/2014/main" val="3298013591"/>
                  </a:ext>
                </a:extLst>
              </a:tr>
              <a:tr h="606829">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extLst>
                  <a:ext uri="{0D108BD9-81ED-4DB2-BD59-A6C34878D82A}">
                    <a16:rowId xmlns:a16="http://schemas.microsoft.com/office/drawing/2014/main" val="3873867931"/>
                  </a:ext>
                </a:extLst>
              </a:tr>
              <a:tr h="606829">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extLst>
                  <a:ext uri="{0D108BD9-81ED-4DB2-BD59-A6C34878D82A}">
                    <a16:rowId xmlns:a16="http://schemas.microsoft.com/office/drawing/2014/main" val="85209771"/>
                  </a:ext>
                </a:extLst>
              </a:tr>
              <a:tr h="606829">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extLst>
                  <a:ext uri="{0D108BD9-81ED-4DB2-BD59-A6C34878D82A}">
                    <a16:rowId xmlns:a16="http://schemas.microsoft.com/office/drawing/2014/main" val="4061031278"/>
                  </a:ext>
                </a:extLst>
              </a:tr>
              <a:tr h="606829">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extLst>
                  <a:ext uri="{0D108BD9-81ED-4DB2-BD59-A6C34878D82A}">
                    <a16:rowId xmlns:a16="http://schemas.microsoft.com/office/drawing/2014/main" val="3591840781"/>
                  </a:ext>
                </a:extLst>
              </a:tr>
              <a:tr h="866900">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tc>
                  <a:txBody>
                    <a:bodyPr/>
                    <a:lstStyle/>
                    <a:p>
                      <a:endParaRPr lang="en-US" sz="1800" dirty="0"/>
                    </a:p>
                  </a:txBody>
                  <a:tcPr anchor="ctr"/>
                </a:tc>
                <a:extLst>
                  <a:ext uri="{0D108BD9-81ED-4DB2-BD59-A6C34878D82A}">
                    <a16:rowId xmlns:a16="http://schemas.microsoft.com/office/drawing/2014/main" val="335389741"/>
                  </a:ext>
                </a:extLst>
              </a:tr>
            </a:tbl>
          </a:graphicData>
        </a:graphic>
      </p:graphicFrame>
      <p:sp>
        <p:nvSpPr>
          <p:cNvPr id="4" name="Slide Number Placeholder 3">
            <a:extLst>
              <a:ext uri="{FF2B5EF4-FFF2-40B4-BE49-F238E27FC236}">
                <a16:creationId xmlns:a16="http://schemas.microsoft.com/office/drawing/2014/main" id="{27842E34-541A-0DF0-0999-C86F392588EB}"/>
              </a:ext>
            </a:extLst>
          </p:cNvPr>
          <p:cNvSpPr>
            <a:spLocks noGrp="1"/>
          </p:cNvSpPr>
          <p:nvPr>
            <p:ph type="sldNum" sz="quarter" idx="12"/>
          </p:nvPr>
        </p:nvSpPr>
        <p:spPr>
          <a:xfrm>
            <a:off x="911352" y="6246622"/>
            <a:ext cx="1188720" cy="365125"/>
          </a:xfrm>
        </p:spPr>
        <p:txBody>
          <a:bodyPr/>
          <a:lstStyle/>
          <a:p>
            <a:fld id="{B5CEABB6-07DC-46E8-9B57-56EC44A396E5}" type="slidenum">
              <a:rPr lang="en-US" smtClean="0"/>
              <a:pPr/>
              <a:t>12</a:t>
            </a:fld>
            <a:endParaRPr lang="en-US" dirty="0"/>
          </a:p>
        </p:txBody>
      </p:sp>
      <p:pic>
        <p:nvPicPr>
          <p:cNvPr id="8" name="Picture 7" descr="A person in a garment&#10;&#10;AI-generated content may be incorrect.">
            <a:extLst>
              <a:ext uri="{FF2B5EF4-FFF2-40B4-BE49-F238E27FC236}">
                <a16:creationId xmlns:a16="http://schemas.microsoft.com/office/drawing/2014/main" id="{99760B32-C76A-0CE2-5503-3DD932DE330B}"/>
              </a:ext>
            </a:extLst>
          </p:cNvPr>
          <p:cNvPicPr>
            <a:picLocks noChangeAspect="1"/>
          </p:cNvPicPr>
          <p:nvPr/>
        </p:nvPicPr>
        <p:blipFill>
          <a:blip r:embed="rId2"/>
          <a:stretch>
            <a:fillRect/>
          </a:stretch>
        </p:blipFill>
        <p:spPr>
          <a:xfrm>
            <a:off x="0" y="1469493"/>
            <a:ext cx="12192000" cy="5074045"/>
          </a:xfrm>
          <a:prstGeom prst="rect">
            <a:avLst/>
          </a:prstGeom>
        </p:spPr>
      </p:pic>
    </p:spTree>
    <p:extLst>
      <p:ext uri="{BB962C8B-B14F-4D97-AF65-F5344CB8AC3E}">
        <p14:creationId xmlns:p14="http://schemas.microsoft.com/office/powerpoint/2010/main" val="3119264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86A1-11A8-21B1-B6A0-AA1A1DAA5A9A}"/>
              </a:ext>
            </a:extLst>
          </p:cNvPr>
          <p:cNvSpPr>
            <a:spLocks noGrp="1"/>
          </p:cNvSpPr>
          <p:nvPr>
            <p:ph type="title"/>
          </p:nvPr>
        </p:nvSpPr>
        <p:spPr>
          <a:xfrm>
            <a:off x="893064" y="72518"/>
            <a:ext cx="10405174" cy="1326514"/>
          </a:xfrm>
        </p:spPr>
        <p:txBody>
          <a:bodyPr/>
          <a:lstStyle/>
          <a:p>
            <a:r>
              <a:rPr lang="en-US" dirty="0"/>
              <a:t>Final tips &amp; takeaways</a:t>
            </a:r>
            <a:endParaRPr lang="en-ZA" dirty="0"/>
          </a:p>
        </p:txBody>
      </p:sp>
      <p:sp>
        <p:nvSpPr>
          <p:cNvPr id="5" name="Content Placeholder 4">
            <a:extLst>
              <a:ext uri="{FF2B5EF4-FFF2-40B4-BE49-F238E27FC236}">
                <a16:creationId xmlns:a16="http://schemas.microsoft.com/office/drawing/2014/main" id="{2726E51D-0E5E-98CC-19AE-F6AC7B00BF2E}"/>
              </a:ext>
            </a:extLst>
          </p:cNvPr>
          <p:cNvSpPr>
            <a:spLocks noGrp="1"/>
          </p:cNvSpPr>
          <p:nvPr>
            <p:ph sz="quarter" idx="14"/>
          </p:nvPr>
        </p:nvSpPr>
        <p:spPr>
          <a:xfrm>
            <a:off x="911352" y="2058669"/>
            <a:ext cx="6192838" cy="3687763"/>
          </a:xfrm>
        </p:spPr>
        <p:txBody>
          <a:bodyPr>
            <a:normAutofit/>
          </a:bodyPr>
          <a:lstStyle/>
          <a:p>
            <a:r>
              <a:rPr lang="en-US" dirty="0"/>
              <a:t>Consistent rehearsal</a:t>
            </a:r>
          </a:p>
          <a:p>
            <a:pPr lvl="1"/>
            <a:r>
              <a:rPr lang="en-US" dirty="0"/>
              <a:t>Strengthen your familiarity</a:t>
            </a:r>
          </a:p>
          <a:p>
            <a:r>
              <a:rPr lang="en-US" dirty="0"/>
              <a:t>Refine delivery style</a:t>
            </a:r>
          </a:p>
          <a:p>
            <a:pPr lvl="1"/>
            <a:r>
              <a:rPr lang="en-US" dirty="0"/>
              <a:t>Pacing, tone, and emphasis</a:t>
            </a:r>
          </a:p>
          <a:p>
            <a:r>
              <a:rPr lang="en-US" dirty="0"/>
              <a:t>Timing and transitions</a:t>
            </a:r>
          </a:p>
          <a:p>
            <a:pPr lvl="1"/>
            <a:r>
              <a:rPr lang="en-US" dirty="0"/>
              <a:t>Aim for seamless, professional delivery</a:t>
            </a:r>
          </a:p>
          <a:p>
            <a:r>
              <a:rPr lang="en-US" dirty="0"/>
              <a:t>Practice audience</a:t>
            </a:r>
          </a:p>
          <a:p>
            <a:pPr lvl="1"/>
            <a:r>
              <a:rPr lang="en-US" dirty="0"/>
              <a:t>Enlist colleagues to listen &amp; provide feedback</a:t>
            </a:r>
          </a:p>
        </p:txBody>
      </p:sp>
      <p:sp>
        <p:nvSpPr>
          <p:cNvPr id="13" name="Content Placeholder 12">
            <a:extLst>
              <a:ext uri="{FF2B5EF4-FFF2-40B4-BE49-F238E27FC236}">
                <a16:creationId xmlns:a16="http://schemas.microsoft.com/office/drawing/2014/main" id="{A36326E3-7418-ADEF-0CFC-09C0C60DE169}"/>
              </a:ext>
            </a:extLst>
          </p:cNvPr>
          <p:cNvSpPr>
            <a:spLocks noGrp="1"/>
          </p:cNvSpPr>
          <p:nvPr>
            <p:ph sz="quarter" idx="13"/>
          </p:nvPr>
        </p:nvSpPr>
        <p:spPr>
          <a:xfrm>
            <a:off x="8295483" y="2058670"/>
            <a:ext cx="3002755" cy="3687763"/>
          </a:xfrm>
        </p:spPr>
        <p:txBody>
          <a:bodyPr/>
          <a:lstStyle/>
          <a:p>
            <a:r>
              <a:rPr lang="en-US" dirty="0"/>
              <a:t>Seek feedback</a:t>
            </a:r>
          </a:p>
          <a:p>
            <a:r>
              <a:rPr lang="en-US" dirty="0"/>
              <a:t>Reflect on performance</a:t>
            </a:r>
          </a:p>
          <a:p>
            <a:r>
              <a:rPr lang="en-US" dirty="0"/>
              <a:t>Explore new techniques</a:t>
            </a:r>
          </a:p>
          <a:p>
            <a:r>
              <a:rPr lang="en-US" dirty="0"/>
              <a:t>Set personal goals</a:t>
            </a:r>
          </a:p>
          <a:p>
            <a:r>
              <a:rPr lang="en-US" dirty="0"/>
              <a:t>Iterate and adapt</a:t>
            </a:r>
          </a:p>
        </p:txBody>
      </p:sp>
      <p:sp>
        <p:nvSpPr>
          <p:cNvPr id="3" name="Slide Number Placeholder 2">
            <a:extLst>
              <a:ext uri="{FF2B5EF4-FFF2-40B4-BE49-F238E27FC236}">
                <a16:creationId xmlns:a16="http://schemas.microsoft.com/office/drawing/2014/main" id="{C5430536-D522-9F5E-B2C4-24F7C757082B}"/>
              </a:ext>
            </a:extLst>
          </p:cNvPr>
          <p:cNvSpPr>
            <a:spLocks noGrp="1"/>
          </p:cNvSpPr>
          <p:nvPr>
            <p:ph type="sldNum" sz="quarter" idx="12"/>
          </p:nvPr>
        </p:nvSpPr>
        <p:spPr>
          <a:xfrm>
            <a:off x="911352" y="6246622"/>
            <a:ext cx="2670048" cy="365125"/>
          </a:xfrm>
        </p:spPr>
        <p:txBody>
          <a:bodyPr/>
          <a:lstStyle/>
          <a:p>
            <a:fld id="{B5CEABB6-07DC-46E8-9B57-56EC44A396E5}" type="slidenum">
              <a:rPr lang="en-US" smtClean="0"/>
              <a:pPr/>
              <a:t>13</a:t>
            </a:fld>
            <a:endParaRPr lang="en-US" dirty="0"/>
          </a:p>
        </p:txBody>
      </p:sp>
      <p:pic>
        <p:nvPicPr>
          <p:cNvPr id="8" name="Picture 7">
            <a:extLst>
              <a:ext uri="{FF2B5EF4-FFF2-40B4-BE49-F238E27FC236}">
                <a16:creationId xmlns:a16="http://schemas.microsoft.com/office/drawing/2014/main" id="{1C415914-B146-81E1-30CE-1786B41AF7D6}"/>
              </a:ext>
            </a:extLst>
          </p:cNvPr>
          <p:cNvPicPr>
            <a:picLocks noChangeAspect="1"/>
          </p:cNvPicPr>
          <p:nvPr/>
        </p:nvPicPr>
        <p:blipFill>
          <a:blip r:embed="rId2"/>
          <a:stretch>
            <a:fillRect/>
          </a:stretch>
        </p:blipFill>
        <p:spPr>
          <a:xfrm>
            <a:off x="0" y="182088"/>
            <a:ext cx="12192000" cy="6493824"/>
          </a:xfrm>
          <a:prstGeom prst="rect">
            <a:avLst/>
          </a:prstGeom>
        </p:spPr>
      </p:pic>
    </p:spTree>
    <p:extLst>
      <p:ext uri="{BB962C8B-B14F-4D97-AF65-F5344CB8AC3E}">
        <p14:creationId xmlns:p14="http://schemas.microsoft.com/office/powerpoint/2010/main" val="1684465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nline Media 6" title="The One vs. Many | Kung Fu Hustle">
            <a:hlinkClick r:id="" action="ppaction://media"/>
            <a:extLst>
              <a:ext uri="{FF2B5EF4-FFF2-40B4-BE49-F238E27FC236}">
                <a16:creationId xmlns:a16="http://schemas.microsoft.com/office/drawing/2014/main" id="{A501781B-23F8-5B46-0B40-7D53FD02BF67}"/>
              </a:ext>
            </a:extLst>
          </p:cNvPr>
          <p:cNvPicPr>
            <a:picLocks noGrp="1" noRot="1" noChangeAspect="1"/>
          </p:cNvPicPr>
          <p:nvPr>
            <p:ph sz="quarter" idx="14"/>
            <a:videoFile r:link="rId1"/>
          </p:nvPr>
        </p:nvPicPr>
        <p:blipFill>
          <a:blip r:embed="rId3"/>
          <a:stretch>
            <a:fillRect/>
          </a:stretch>
        </p:blipFill>
        <p:spPr>
          <a:xfrm>
            <a:off x="2636838" y="2043113"/>
            <a:ext cx="6953250" cy="3925887"/>
          </a:xfrm>
          <a:prstGeom prst="rect">
            <a:avLst/>
          </a:prstGeom>
        </p:spPr>
      </p:pic>
    </p:spTree>
    <p:extLst>
      <p:ext uri="{BB962C8B-B14F-4D97-AF65-F5344CB8AC3E}">
        <p14:creationId xmlns:p14="http://schemas.microsoft.com/office/powerpoint/2010/main" val="298104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BD34-BB5E-922B-130E-F0D940D59FCA}"/>
              </a:ext>
            </a:extLst>
          </p:cNvPr>
          <p:cNvSpPr>
            <a:spLocks noGrp="1"/>
          </p:cNvSpPr>
          <p:nvPr>
            <p:ph type="title"/>
          </p:nvPr>
        </p:nvSpPr>
        <p:spPr/>
        <p:txBody>
          <a:bodyPr/>
          <a:lstStyle/>
          <a:p>
            <a:r>
              <a:rPr lang="en-US" dirty="0"/>
              <a:t>Bibliography </a:t>
            </a:r>
            <a:endParaRPr lang="en-IN" dirty="0"/>
          </a:p>
        </p:txBody>
      </p:sp>
      <p:sp>
        <p:nvSpPr>
          <p:cNvPr id="3" name="Content Placeholder 2">
            <a:extLst>
              <a:ext uri="{FF2B5EF4-FFF2-40B4-BE49-F238E27FC236}">
                <a16:creationId xmlns:a16="http://schemas.microsoft.com/office/drawing/2014/main" id="{027EC879-64B2-5A4E-15DB-EE18230CCDC9}"/>
              </a:ext>
            </a:extLst>
          </p:cNvPr>
          <p:cNvSpPr>
            <a:spLocks noGrp="1"/>
          </p:cNvSpPr>
          <p:nvPr>
            <p:ph sz="quarter" idx="14"/>
          </p:nvPr>
        </p:nvSpPr>
        <p:spPr/>
        <p:txBody>
          <a:bodyPr>
            <a:normAutofit fontScale="47500" lnSpcReduction="20000"/>
          </a:bodyPr>
          <a:lstStyle/>
          <a:p>
            <a:pPr marL="457200" marR="0" indent="-228600">
              <a:lnSpc>
                <a:spcPct val="110000"/>
              </a:lnSpc>
              <a:spcBef>
                <a:spcPts val="600"/>
              </a:spcBef>
              <a:spcAft>
                <a:spcPts val="1000"/>
              </a:spcAft>
              <a:buNone/>
            </a:pPr>
            <a:r>
              <a:rPr lang="en-IN" sz="1800" b="1"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Films:</a:t>
            </a:r>
            <a:endPar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a:p>
            <a:pPr marL="457200" marR="0">
              <a:lnSpc>
                <a:spcPct val="110000"/>
              </a:lnSpc>
              <a:spcBef>
                <a:spcPts val="600"/>
              </a:spcBef>
              <a:spcAft>
                <a:spcPts val="1000"/>
              </a:spcAft>
              <a:buNone/>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Dir. Denis Villeneuve. </a:t>
            </a:r>
            <a:r>
              <a:rPr lang="en-IN" sz="1800" i="1"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Arrival</a:t>
            </a: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USA: Paramount Pictures, 2016.</a:t>
            </a:r>
          </a:p>
          <a:p>
            <a:pPr marL="457200" marR="0">
              <a:lnSpc>
                <a:spcPct val="110000"/>
              </a:lnSpc>
              <a:spcBef>
                <a:spcPts val="600"/>
              </a:spcBef>
              <a:spcAft>
                <a:spcPts val="1000"/>
              </a:spcAft>
              <a:buNone/>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Dir. Denis Villeneuve. </a:t>
            </a:r>
            <a:r>
              <a:rPr lang="en-IN" sz="1800" i="1"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Blade Runner 2049</a:t>
            </a: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USA: Warner Bros. Pictures, 2017.</a:t>
            </a:r>
          </a:p>
          <a:p>
            <a:pPr marL="457200" marR="0">
              <a:lnSpc>
                <a:spcPct val="110000"/>
              </a:lnSpc>
              <a:spcBef>
                <a:spcPts val="600"/>
              </a:spcBef>
              <a:spcAft>
                <a:spcPts val="1000"/>
              </a:spcAft>
              <a:buNone/>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Dir. Denis Villeneuve. </a:t>
            </a:r>
            <a:r>
              <a:rPr lang="en-IN" sz="1800" i="1"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Dune: Part One</a:t>
            </a: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USA: Warner Bros. Pictures, 2021.</a:t>
            </a:r>
          </a:p>
          <a:p>
            <a:pPr marL="457200" marR="0">
              <a:lnSpc>
                <a:spcPct val="110000"/>
              </a:lnSpc>
              <a:spcBef>
                <a:spcPts val="600"/>
              </a:spcBef>
              <a:spcAft>
                <a:spcPts val="1000"/>
              </a:spcAft>
              <a:buNone/>
            </a:pPr>
            <a:r>
              <a:rPr lang="en-IN" sz="1800" b="1"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Links and Articles:</a:t>
            </a:r>
            <a:endPar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a:p>
            <a:pPr marL="571500" marR="0" indent="-342900">
              <a:lnSpc>
                <a:spcPct val="110000"/>
              </a:lnSpc>
              <a:spcBef>
                <a:spcPts val="600"/>
              </a:spcBef>
              <a:spcAft>
                <a:spcPts val="1000"/>
              </a:spcAft>
              <a:buFont typeface="+mj-lt"/>
              <a:buAutoNum type="arabicPeriod"/>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Barber, Nicholas. "Dune review: A sci-fi epic like no other." </a:t>
            </a:r>
            <a:r>
              <a:rPr lang="en-IN" sz="1800" i="1"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BBC Culture</a:t>
            </a: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October 21, 2021.</a:t>
            </a:r>
            <a:b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b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a:t>
            </a:r>
            <a:r>
              <a:rPr lang="en-IN" sz="1800" u="sng"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hlinkClick r:id="rId2"/>
              </a:rPr>
              <a:t>https://www.bbc.com/culture/article/20211021-dune-review-a-sci-fi-epic-   like-no-other</a:t>
            </a: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a:t>
            </a:r>
          </a:p>
          <a:p>
            <a:pPr marL="571500" marR="0" indent="-342900">
              <a:lnSpc>
                <a:spcPct val="110000"/>
              </a:lnSpc>
              <a:spcBef>
                <a:spcPts val="600"/>
              </a:spcBef>
              <a:spcAft>
                <a:spcPts val="1000"/>
              </a:spcAft>
              <a:buFont typeface="+mj-lt"/>
              <a:buAutoNum type="arabicPeriod"/>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Villeneuve &amp; Deakins on Visual Storytelling using Lighting, Composition, and Framing.</a:t>
            </a:r>
            <a:b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b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a:t>
            </a:r>
            <a:r>
              <a:rPr lang="en-IN" sz="1800" u="sng"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hlinkClick r:id="rId3"/>
              </a:rPr>
              <a:t>https://www.youtube.com/watch?v=iWecEjVP61E</a:t>
            </a:r>
            <a:endPar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a:p>
            <a:pPr marL="571500" marR="0" indent="-342900">
              <a:lnSpc>
                <a:spcPct val="110000"/>
              </a:lnSpc>
              <a:spcBef>
                <a:spcPts val="600"/>
              </a:spcBef>
              <a:spcAft>
                <a:spcPts val="1000"/>
              </a:spcAft>
              <a:buFont typeface="+mj-lt"/>
              <a:buAutoNum type="arabicPeriod"/>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Cover photo by </a:t>
            </a:r>
            <a:r>
              <a:rPr lang="en-IN" sz="1800" dirty="0" err="1">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digital_cinematography</a:t>
            </a: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_ on Instagram      </a:t>
            </a:r>
          </a:p>
          <a:p>
            <a:pPr marL="0" marR="0">
              <a:lnSpc>
                <a:spcPct val="110000"/>
              </a:lnSpc>
              <a:spcBef>
                <a:spcPts val="600"/>
              </a:spcBef>
              <a:spcAft>
                <a:spcPts val="1000"/>
              </a:spcAft>
              <a:buNone/>
            </a:pPr>
            <a:r>
              <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a:t>
            </a:r>
            <a:r>
              <a:rPr lang="en-IN" sz="1800" u="sng"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hlinkClick r:id="rId4"/>
              </a:rPr>
              <a:t>https://www.instagram.com/daily_cinematography_/p/DAzHmjyTpMu/</a:t>
            </a:r>
            <a:endParaRPr lang="en-IN" sz="1800" u="sng"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a:p>
            <a:pPr marL="0" marR="0">
              <a:lnSpc>
                <a:spcPct val="110000"/>
              </a:lnSpc>
              <a:spcBef>
                <a:spcPts val="600"/>
              </a:spcBef>
              <a:spcAft>
                <a:spcPts val="1000"/>
              </a:spcAft>
              <a:buNone/>
            </a:pPr>
            <a:r>
              <a:rPr lang="en-US"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4.         Hellerman, Jason. “Mastering Scope and Scale in Screenwriting”</a:t>
            </a:r>
            <a:endPar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a:p>
            <a:pPr marL="457200" marR="0">
              <a:buNone/>
            </a:pPr>
            <a:r>
              <a:rPr lang="en-US" sz="1800" u="sng"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hlinkClick r:id="rId5"/>
              </a:rPr>
              <a:t>                            https://nofilmschool.com/scope-and-scale-in-screenwriting</a:t>
            </a:r>
            <a:r>
              <a:rPr lang="en-US"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rPr>
              <a:t> </a:t>
            </a:r>
            <a:endParaRPr lang="en-IN" sz="1800" dirty="0">
              <a:solidFill>
                <a:srgbClr val="595959"/>
              </a:solidFill>
              <a:effectLst/>
              <a:latin typeface="Constantia" panose="02030602050306030303" pitchFamily="18" charset="0"/>
              <a:ea typeface="Constantia" panose="02030602050306030303" pitchFamily="18"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BEE06272-FAB5-71BA-F3E7-750675FEB8BC}"/>
              </a:ext>
            </a:extLst>
          </p:cNvPr>
          <p:cNvSpPr>
            <a:spLocks noGrp="1"/>
          </p:cNvSpPr>
          <p:nvPr>
            <p:ph type="sldNum" sz="quarter" idx="12"/>
          </p:nvPr>
        </p:nvSpPr>
        <p:spPr/>
        <p:txBody>
          <a:bodyPr/>
          <a:lstStyle/>
          <a:p>
            <a:fld id="{B5CEABB6-07DC-46E8-9B57-56EC44A396E5}" type="slidenum">
              <a:rPr lang="en-US" smtClean="0"/>
              <a:pPr/>
              <a:t>15</a:t>
            </a:fld>
            <a:endParaRPr lang="en-US" dirty="0"/>
          </a:p>
        </p:txBody>
      </p:sp>
    </p:spTree>
    <p:extLst>
      <p:ext uri="{BB962C8B-B14F-4D97-AF65-F5344CB8AC3E}">
        <p14:creationId xmlns:p14="http://schemas.microsoft.com/office/powerpoint/2010/main" val="3722268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E8D25-D403-2E2B-50DA-B21A0500AB0E}"/>
              </a:ext>
            </a:extLst>
          </p:cNvPr>
          <p:cNvSpPr>
            <a:spLocks noGrp="1"/>
          </p:cNvSpPr>
          <p:nvPr>
            <p:ph type="title"/>
          </p:nvPr>
        </p:nvSpPr>
        <p:spPr>
          <a:xfrm>
            <a:off x="911352" y="505016"/>
            <a:ext cx="5775656" cy="3284932"/>
          </a:xfrm>
        </p:spPr>
        <p:txBody>
          <a:bodyPr/>
          <a:lstStyle/>
          <a:p>
            <a:r>
              <a:rPr lang="en-US" dirty="0"/>
              <a:t>Thank you </a:t>
            </a:r>
          </a:p>
        </p:txBody>
      </p:sp>
      <p:sp>
        <p:nvSpPr>
          <p:cNvPr id="3" name="Text Placeholder 2">
            <a:extLst>
              <a:ext uri="{FF2B5EF4-FFF2-40B4-BE49-F238E27FC236}">
                <a16:creationId xmlns:a16="http://schemas.microsoft.com/office/drawing/2014/main" id="{1EC6DB3D-3AE2-9478-3245-FE2F98B96EC7}"/>
              </a:ext>
            </a:extLst>
          </p:cNvPr>
          <p:cNvSpPr>
            <a:spLocks noGrp="1"/>
          </p:cNvSpPr>
          <p:nvPr>
            <p:ph type="body" sz="quarter" idx="13"/>
          </p:nvPr>
        </p:nvSpPr>
        <p:spPr>
          <a:xfrm>
            <a:off x="911353" y="4006024"/>
            <a:ext cx="5794248" cy="2346960"/>
          </a:xfrm>
        </p:spPr>
        <p:txBody>
          <a:bodyPr/>
          <a:lstStyle/>
          <a:p>
            <a:endParaRPr lang="en-US" dirty="0"/>
          </a:p>
          <a:p>
            <a:endParaRPr lang="en-US" dirty="0"/>
          </a:p>
          <a:p>
            <a:endParaRPr lang="en-US" dirty="0"/>
          </a:p>
          <a:p>
            <a:r>
              <a:rPr lang="en-US" dirty="0"/>
              <a:t>Bhanu Singh</a:t>
            </a:r>
          </a:p>
        </p:txBody>
      </p:sp>
    </p:spTree>
    <p:extLst>
      <p:ext uri="{BB962C8B-B14F-4D97-AF65-F5344CB8AC3E}">
        <p14:creationId xmlns:p14="http://schemas.microsoft.com/office/powerpoint/2010/main" val="3493061142"/>
      </p:ext>
    </p:extLst>
  </p:cSld>
  <p:clrMapOvr>
    <a:masterClrMapping/>
  </p:clrMapOvr>
</p:sld>
</file>

<file path=ppt/theme/theme1.xml><?xml version="1.0" encoding="utf-8"?>
<a:theme xmlns:a="http://schemas.openxmlformats.org/drawingml/2006/main" name="Custom">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248_Win32_SL_V4" id="{806921AB-1FF9-416C-A3A7-D14200787132}" vid="{8436FA26-ADF6-4DA9-8A70-95C197E774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040CA-20CC-43C6-BC0C-8D8696B6AF8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C02FA78-7B40-45E2-B806-470B0FC280F6}">
  <ds:schemaRefs>
    <ds:schemaRef ds:uri="http://schemas.microsoft.com/sharepoint/v3/contenttype/forms"/>
  </ds:schemaRefs>
</ds:datastoreItem>
</file>

<file path=customXml/itemProps3.xml><?xml version="1.0" encoding="utf-8"?>
<ds:datastoreItem xmlns:ds="http://schemas.openxmlformats.org/officeDocument/2006/customXml" ds:itemID="{BFBA14A9-9290-4E1F-A1C4-0305BFA570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Architecture pitch deck</Template>
  <TotalTime>150</TotalTime>
  <Words>605</Words>
  <Application>Microsoft Office PowerPoint</Application>
  <PresentationFormat>Widescreen</PresentationFormat>
  <Paragraphs>74</Paragraphs>
  <Slides>16</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Avenir Next LT Pro Light</vt:lpstr>
      <vt:lpstr>Calibri</vt:lpstr>
      <vt:lpstr>Constantia</vt:lpstr>
      <vt:lpstr>Posterama</vt:lpstr>
      <vt:lpstr>Custom</vt:lpstr>
      <vt:lpstr>The art of scale: a Study on Dennis Villeneuve and implementation of scale as a storytelling technique</vt:lpstr>
      <vt:lpstr>Denis Villeneuve </vt:lpstr>
      <vt:lpstr>Scale </vt:lpstr>
      <vt:lpstr>Relative scale</vt:lpstr>
      <vt:lpstr>Setting the mood</vt:lpstr>
      <vt:lpstr>How it’s done</vt:lpstr>
      <vt:lpstr>Tale of Ser Lizard</vt:lpstr>
      <vt:lpstr>PowerPoint Presentation</vt:lpstr>
      <vt:lpstr>Dune 1 and 2</vt:lpstr>
      <vt:lpstr>Dune 1 and 2</vt:lpstr>
      <vt:lpstr>Personal work</vt:lpstr>
      <vt:lpstr>PowerPoint Presentation</vt:lpstr>
      <vt:lpstr>Final tips &amp; takeaways</vt:lpstr>
      <vt:lpstr>PowerPoint Presentation</vt:lpstr>
      <vt:lpstr>Bibliography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Bhanu Singh</dc:creator>
  <cp:lastModifiedBy>Bhanu Singh</cp:lastModifiedBy>
  <cp:revision>1</cp:revision>
  <dcterms:created xsi:type="dcterms:W3CDTF">2025-05-22T03:05:26Z</dcterms:created>
  <dcterms:modified xsi:type="dcterms:W3CDTF">2025-05-22T05:35:59Z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